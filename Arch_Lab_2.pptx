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7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8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  <p:sldMasterId id="2147483706" r:id="rId2"/>
    <p:sldMasterId id="2147483707" r:id="rId3"/>
    <p:sldMasterId id="2147483708" r:id="rId4"/>
    <p:sldMasterId id="2147483709" r:id="rId5"/>
    <p:sldMasterId id="2147483710" r:id="rId6"/>
    <p:sldMasterId id="2147483711" r:id="rId7"/>
    <p:sldMasterId id="2147483712" r:id="rId8"/>
    <p:sldMasterId id="2147483713" r:id="rId9"/>
  </p:sldMasterIdLst>
  <p:notesMasterIdLst>
    <p:notesMasterId r:id="rId40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9144000" cy="6858000"/>
  <p:embeddedFontLst>
    <p:embeddedFont>
      <p:font typeface="Questrial" panose="020B0604020202020204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52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9">
          <p15:clr>
            <a:srgbClr val="000000"/>
          </p15:clr>
        </p15:guide>
        <p15:guide id="2" pos="288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11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9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8750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425" tIns="0" rIns="19425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5250" y="0"/>
            <a:ext cx="3968750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425" tIns="0" rIns="19425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736850" y="500062"/>
            <a:ext cx="3636962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975" tIns="47000" rIns="93975" bIns="470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26212"/>
            <a:ext cx="3968750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425" tIns="0" rIns="19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5250" y="6526212"/>
            <a:ext cx="3968750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425" tIns="0" rIns="19425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0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1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3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4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6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7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8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9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0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1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22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3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4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5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6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7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8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9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0:notes"/>
          <p:cNvSpPr txBox="1">
            <a:spLocks noGrp="1"/>
          </p:cNvSpPr>
          <p:nvPr>
            <p:ph type="body" idx="1"/>
          </p:nvPr>
        </p:nvSpPr>
        <p:spPr>
          <a:xfrm>
            <a:off x="1206500" y="2762250"/>
            <a:ext cx="6731000" cy="3570287"/>
          </a:xfrm>
          <a:prstGeom prst="rect">
            <a:avLst/>
          </a:prstGeom>
        </p:spPr>
        <p:txBody>
          <a:bodyPr spcFirstLastPara="1" wrap="square" lIns="93975" tIns="47000" rIns="9397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36850" y="500063"/>
            <a:ext cx="3636963" cy="2046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4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dt" idx="10"/>
          </p:nvPr>
        </p:nvSpPr>
        <p:spPr>
          <a:xfrm>
            <a:off x="7077075" y="54102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ftr" idx="11"/>
          </p:nvPr>
        </p:nvSpPr>
        <p:spPr>
          <a:xfrm>
            <a:off x="1876425" y="5410200"/>
            <a:ext cx="5124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"/>
          <p:cNvSpPr txBox="1">
            <a:spLocks noGrp="1"/>
          </p:cNvSpPr>
          <p:nvPr>
            <p:ph type="sldNum" idx="12"/>
          </p:nvPr>
        </p:nvSpPr>
        <p:spPr>
          <a:xfrm>
            <a:off x="9896475" y="5410200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9" name="Google Shape;179;p6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0" name="Google Shape;180;p6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1" name="Google Shape;181;p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33" name="Google Shape;233;p8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4" name="Google Shape;234;p8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5" name="Google Shape;235;p8"/>
          <p:cNvSpPr txBox="1">
            <a:spLocks noGrp="1"/>
          </p:cNvSpPr>
          <p:nvPr>
            <p:ph type="body" idx="3"/>
          </p:nvPr>
        </p:nvSpPr>
        <p:spPr>
          <a:xfrm>
            <a:off x="1141413" y="4980860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6" name="Google Shape;236;p8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7" name="Google Shape;237;p8"/>
          <p:cNvSpPr>
            <a:spLocks noGrp="1"/>
          </p:cNvSpPr>
          <p:nvPr>
            <p:ph type="pic" idx="5"/>
          </p:nvPr>
        </p:nvSpPr>
        <p:spPr>
          <a:xfrm>
            <a:off x="4489054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8" name="Google Shape;238;p8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7"/>
          </p:nvPr>
        </p:nvSpPr>
        <p:spPr>
          <a:xfrm>
            <a:off x="7852568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0" name="Google Shape;240;p8"/>
          <p:cNvSpPr>
            <a:spLocks noGrp="1"/>
          </p:cNvSpPr>
          <p:nvPr>
            <p:ph type="pic" idx="8"/>
          </p:nvPr>
        </p:nvSpPr>
        <p:spPr>
          <a:xfrm>
            <a:off x="7852444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1" name="Google Shape;241;p8"/>
          <p:cNvSpPr txBox="1">
            <a:spLocks noGrp="1"/>
          </p:cNvSpPr>
          <p:nvPr>
            <p:ph type="body" idx="9"/>
          </p:nvPr>
        </p:nvSpPr>
        <p:spPr>
          <a:xfrm>
            <a:off x="7852443" y="4980856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2" name="Google Shape;242;p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2"/>
          </p:nvPr>
        </p:nvSpPr>
        <p:spPr>
          <a:xfrm>
            <a:off x="1127919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9" name="Google Shape;249;p9"/>
          <p:cNvSpPr txBox="1">
            <a:spLocks noGrp="1"/>
          </p:cNvSpPr>
          <p:nvPr>
            <p:ph type="body" idx="3"/>
          </p:nvPr>
        </p:nvSpPr>
        <p:spPr>
          <a:xfrm>
            <a:off x="4514768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4"/>
          </p:nvPr>
        </p:nvSpPr>
        <p:spPr>
          <a:xfrm>
            <a:off x="4504214" y="3363435"/>
            <a:ext cx="3195831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1" name="Google Shape;251;p9"/>
          <p:cNvSpPr txBox="1">
            <a:spLocks noGrp="1"/>
          </p:cNvSpPr>
          <p:nvPr>
            <p:ph type="body" idx="5"/>
          </p:nvPr>
        </p:nvSpPr>
        <p:spPr>
          <a:xfrm>
            <a:off x="7852443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body" idx="6"/>
          </p:nvPr>
        </p:nvSpPr>
        <p:spPr>
          <a:xfrm>
            <a:off x="7852443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3" name="Google Shape;253;p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 txBox="1"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58" name="Google Shape;258;p10"/>
          <p:cNvSpPr txBox="1">
            <a:spLocks noGrp="1"/>
          </p:cNvSpPr>
          <p:nvPr>
            <p:ph type="body" idx="1"/>
          </p:nvPr>
        </p:nvSpPr>
        <p:spPr>
          <a:xfrm>
            <a:off x="1141365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59" name="Google Shape;259;p1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64" name="Google Shape;264;p11"/>
          <p:cNvSpPr txBox="1">
            <a:spLocks noGrp="1"/>
          </p:cNvSpPr>
          <p:nvPr>
            <p:ph type="body" idx="1"/>
          </p:nvPr>
        </p:nvSpPr>
        <p:spPr>
          <a:xfrm>
            <a:off x="1141411" y="4419601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65" name="Google Shape;265;p1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70" name="Google Shape;270;p12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body" idx="1"/>
          </p:nvPr>
        </p:nvSpPr>
        <p:spPr>
          <a:xfrm>
            <a:off x="1141365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72" name="Google Shape;272;p1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 txBox="1">
            <a:spLocks noGrp="1"/>
          </p:cNvSpPr>
          <p:nvPr>
            <p:ph type="title"/>
          </p:nvPr>
        </p:nvSpPr>
        <p:spPr>
          <a:xfrm rot="5400000">
            <a:off x="7454106" y="2197895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24" name="Google Shape;324;p14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5" name="Google Shape;325;p1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30" name="Google Shape;330;p15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3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31" name="Google Shape;331;p1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36" name="Google Shape;336;p16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37" name="Google Shape;337;p16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body" idx="3"/>
          </p:nvPr>
        </p:nvSpPr>
        <p:spPr>
          <a:xfrm>
            <a:off x="1141413" y="4980860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0" name="Google Shape;340;p16"/>
          <p:cNvSpPr>
            <a:spLocks noGrp="1"/>
          </p:cNvSpPr>
          <p:nvPr>
            <p:ph type="pic" idx="5"/>
          </p:nvPr>
        </p:nvSpPr>
        <p:spPr>
          <a:xfrm>
            <a:off x="4489054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body" idx="7"/>
          </p:nvPr>
        </p:nvSpPr>
        <p:spPr>
          <a:xfrm>
            <a:off x="7852568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3" name="Google Shape;343;p16"/>
          <p:cNvSpPr>
            <a:spLocks noGrp="1"/>
          </p:cNvSpPr>
          <p:nvPr>
            <p:ph type="pic" idx="8"/>
          </p:nvPr>
        </p:nvSpPr>
        <p:spPr>
          <a:xfrm>
            <a:off x="7852444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body" idx="9"/>
          </p:nvPr>
        </p:nvSpPr>
        <p:spPr>
          <a:xfrm>
            <a:off x="7852443" y="4980856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5" name="Google Shape;345;p1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50" name="Google Shape;350;p17"/>
          <p:cNvSpPr txBox="1"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1" name="Google Shape;351;p17"/>
          <p:cNvSpPr txBox="1">
            <a:spLocks noGrp="1"/>
          </p:cNvSpPr>
          <p:nvPr>
            <p:ph type="body" idx="2"/>
          </p:nvPr>
        </p:nvSpPr>
        <p:spPr>
          <a:xfrm>
            <a:off x="1127919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2" name="Google Shape;352;p17"/>
          <p:cNvSpPr txBox="1">
            <a:spLocks noGrp="1"/>
          </p:cNvSpPr>
          <p:nvPr>
            <p:ph type="body" idx="3"/>
          </p:nvPr>
        </p:nvSpPr>
        <p:spPr>
          <a:xfrm>
            <a:off x="4514768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3" name="Google Shape;353;p17"/>
          <p:cNvSpPr txBox="1">
            <a:spLocks noGrp="1"/>
          </p:cNvSpPr>
          <p:nvPr>
            <p:ph type="body" idx="4"/>
          </p:nvPr>
        </p:nvSpPr>
        <p:spPr>
          <a:xfrm>
            <a:off x="4504214" y="3363435"/>
            <a:ext cx="3195831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4" name="Google Shape;354;p17"/>
          <p:cNvSpPr txBox="1">
            <a:spLocks noGrp="1"/>
          </p:cNvSpPr>
          <p:nvPr>
            <p:ph type="body" idx="5"/>
          </p:nvPr>
        </p:nvSpPr>
        <p:spPr>
          <a:xfrm>
            <a:off x="7852443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5" name="Google Shape;355;p17"/>
          <p:cNvSpPr txBox="1">
            <a:spLocks noGrp="1"/>
          </p:cNvSpPr>
          <p:nvPr>
            <p:ph type="body" idx="6"/>
          </p:nvPr>
        </p:nvSpPr>
        <p:spPr>
          <a:xfrm>
            <a:off x="7852443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56" name="Google Shape;356;p1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 txBox="1"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61" name="Google Shape;361;p18"/>
          <p:cNvSpPr txBox="1">
            <a:spLocks noGrp="1"/>
          </p:cNvSpPr>
          <p:nvPr>
            <p:ph type="body" idx="1"/>
          </p:nvPr>
        </p:nvSpPr>
        <p:spPr>
          <a:xfrm>
            <a:off x="1141365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62" name="Google Shape;362;p1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67" name="Google Shape;367;p19"/>
          <p:cNvSpPr txBox="1">
            <a:spLocks noGrp="1"/>
          </p:cNvSpPr>
          <p:nvPr>
            <p:ph type="body" idx="1"/>
          </p:nvPr>
        </p:nvSpPr>
        <p:spPr>
          <a:xfrm>
            <a:off x="1141411" y="4419601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68" name="Google Shape;368;p1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 txBox="1"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73" name="Google Shape;373;p20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4" name="Google Shape;374;p20"/>
          <p:cNvSpPr txBox="1">
            <a:spLocks noGrp="1"/>
          </p:cNvSpPr>
          <p:nvPr>
            <p:ph type="body" idx="1"/>
          </p:nvPr>
        </p:nvSpPr>
        <p:spPr>
          <a:xfrm>
            <a:off x="1141365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5" name="Google Shape;375;p2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2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80" name="Google Shape;380;p21"/>
          <p:cNvSpPr>
            <a:spLocks noGrp="1"/>
          </p:cNvSpPr>
          <p:nvPr>
            <p:ph type="pic" idx="2"/>
          </p:nvPr>
        </p:nvSpPr>
        <p:spPr>
          <a:xfrm>
            <a:off x="7380721" y="609603"/>
            <a:ext cx="3666691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1" name="Google Shape;381;p21"/>
          <p:cNvSpPr txBox="1">
            <a:spLocks noGrp="1"/>
          </p:cNvSpPr>
          <p:nvPr>
            <p:ph type="body" idx="1"/>
          </p:nvPr>
        </p:nvSpPr>
        <p:spPr>
          <a:xfrm>
            <a:off x="1141411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2" name="Google Shape;382;p2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2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>
            <a:spLocks noGrp="1"/>
          </p:cNvSpPr>
          <p:nvPr>
            <p:ph type="title"/>
          </p:nvPr>
        </p:nvSpPr>
        <p:spPr>
          <a:xfrm>
            <a:off x="1146706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87" name="Google Shape;387;p22"/>
          <p:cNvSpPr txBox="1">
            <a:spLocks noGrp="1"/>
          </p:cNvSpPr>
          <p:nvPr>
            <p:ph type="body" idx="1"/>
          </p:nvPr>
        </p:nvSpPr>
        <p:spPr>
          <a:xfrm>
            <a:off x="5156201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8" name="Google Shape;388;p22"/>
          <p:cNvSpPr txBox="1">
            <a:spLocks noGrp="1"/>
          </p:cNvSpPr>
          <p:nvPr>
            <p:ph type="body" idx="2"/>
          </p:nvPr>
        </p:nvSpPr>
        <p:spPr>
          <a:xfrm>
            <a:off x="1146706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94" name="Google Shape;394;p2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"/>
          <p:cNvSpPr txBox="1">
            <a:spLocks noGrp="1"/>
          </p:cNvSpPr>
          <p:nvPr>
            <p:ph type="title"/>
          </p:nvPr>
        </p:nvSpPr>
        <p:spPr>
          <a:xfrm>
            <a:off x="1141411" y="619128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body" idx="1"/>
          </p:nvPr>
        </p:nvSpPr>
        <p:spPr>
          <a:xfrm>
            <a:off x="1370021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body" idx="2"/>
          </p:nvPr>
        </p:nvSpPr>
        <p:spPr>
          <a:xfrm>
            <a:off x="1141411" y="3073399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1" name="Google Shape;401;p24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2" name="Google Shape;402;p24"/>
          <p:cNvSpPr txBox="1">
            <a:spLocks noGrp="1"/>
          </p:cNvSpPr>
          <p:nvPr>
            <p:ph type="body" idx="4"/>
          </p:nvPr>
        </p:nvSpPr>
        <p:spPr>
          <a:xfrm>
            <a:off x="6172200" y="3073399"/>
            <a:ext cx="487521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2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2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08" name="Google Shape;408;p25"/>
          <p:cNvSpPr txBox="1">
            <a:spLocks noGrp="1"/>
          </p:cNvSpPr>
          <p:nvPr>
            <p:ph type="body" idx="1"/>
          </p:nvPr>
        </p:nvSpPr>
        <p:spPr>
          <a:xfrm>
            <a:off x="1141411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9" name="Google Shape;409;p25"/>
          <p:cNvSpPr txBox="1">
            <a:spLocks noGrp="1"/>
          </p:cNvSpPr>
          <p:nvPr>
            <p:ph type="body" idx="2"/>
          </p:nvPr>
        </p:nvSpPr>
        <p:spPr>
          <a:xfrm>
            <a:off x="6172201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10" name="Google Shape;410;p2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2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2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>
            <a:spLocks noGrp="1"/>
          </p:cNvSpPr>
          <p:nvPr>
            <p:ph type="title"/>
          </p:nvPr>
        </p:nvSpPr>
        <p:spPr>
          <a:xfrm>
            <a:off x="1141411" y="1419228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15" name="Google Shape;415;p2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16" name="Google Shape;416;p2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69" name="Google Shape;469;p28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0" name="Google Shape;470;p28"/>
          <p:cNvSpPr txBox="1">
            <a:spLocks noGrp="1"/>
          </p:cNvSpPr>
          <p:nvPr>
            <p:ph type="body" idx="3"/>
          </p:nvPr>
        </p:nvSpPr>
        <p:spPr>
          <a:xfrm>
            <a:off x="1141413" y="4980860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1" name="Google Shape;471;p28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2" name="Google Shape;472;p28"/>
          <p:cNvSpPr>
            <a:spLocks noGrp="1"/>
          </p:cNvSpPr>
          <p:nvPr>
            <p:ph type="pic" idx="5"/>
          </p:nvPr>
        </p:nvSpPr>
        <p:spPr>
          <a:xfrm>
            <a:off x="4489054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7"/>
          </p:nvPr>
        </p:nvSpPr>
        <p:spPr>
          <a:xfrm>
            <a:off x="7852568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>
            <a:spLocks noGrp="1"/>
          </p:cNvSpPr>
          <p:nvPr>
            <p:ph type="pic" idx="8"/>
          </p:nvPr>
        </p:nvSpPr>
        <p:spPr>
          <a:xfrm>
            <a:off x="7852444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9"/>
          </p:nvPr>
        </p:nvSpPr>
        <p:spPr>
          <a:xfrm>
            <a:off x="7852443" y="4980856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82" name="Google Shape;482;p29"/>
          <p:cNvSpPr txBox="1"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3" name="Google Shape;483;p29"/>
          <p:cNvSpPr txBox="1">
            <a:spLocks noGrp="1"/>
          </p:cNvSpPr>
          <p:nvPr>
            <p:ph type="body" idx="2"/>
          </p:nvPr>
        </p:nvSpPr>
        <p:spPr>
          <a:xfrm>
            <a:off x="1127919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body" idx="3"/>
          </p:nvPr>
        </p:nvSpPr>
        <p:spPr>
          <a:xfrm>
            <a:off x="4514768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5" name="Google Shape;485;p29"/>
          <p:cNvSpPr txBox="1">
            <a:spLocks noGrp="1"/>
          </p:cNvSpPr>
          <p:nvPr>
            <p:ph type="body" idx="4"/>
          </p:nvPr>
        </p:nvSpPr>
        <p:spPr>
          <a:xfrm>
            <a:off x="4504214" y="3363435"/>
            <a:ext cx="3195831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6" name="Google Shape;486;p29"/>
          <p:cNvSpPr txBox="1">
            <a:spLocks noGrp="1"/>
          </p:cNvSpPr>
          <p:nvPr>
            <p:ph type="body" idx="5"/>
          </p:nvPr>
        </p:nvSpPr>
        <p:spPr>
          <a:xfrm>
            <a:off x="7852443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body" idx="6"/>
          </p:nvPr>
        </p:nvSpPr>
        <p:spPr>
          <a:xfrm>
            <a:off x="7852443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2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93" name="Google Shape;493;p30"/>
          <p:cNvSpPr txBox="1">
            <a:spLocks noGrp="1"/>
          </p:cNvSpPr>
          <p:nvPr>
            <p:ph type="body" idx="1"/>
          </p:nvPr>
        </p:nvSpPr>
        <p:spPr>
          <a:xfrm>
            <a:off x="1141365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94" name="Google Shape;494;p3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3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499" name="Google Shape;499;p31"/>
          <p:cNvSpPr txBox="1">
            <a:spLocks noGrp="1"/>
          </p:cNvSpPr>
          <p:nvPr>
            <p:ph type="body" idx="1"/>
          </p:nvPr>
        </p:nvSpPr>
        <p:spPr>
          <a:xfrm>
            <a:off x="1141411" y="4419601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00" name="Google Shape;500;p3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3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 txBox="1"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05" name="Google Shape;505;p32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1"/>
          </p:nvPr>
        </p:nvSpPr>
        <p:spPr>
          <a:xfrm>
            <a:off x="1141365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3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 txBox="1">
            <a:spLocks noGrp="1"/>
          </p:cNvSpPr>
          <p:nvPr>
            <p:ph type="title"/>
          </p:nvPr>
        </p:nvSpPr>
        <p:spPr>
          <a:xfrm rot="5400000">
            <a:off x="7454106" y="2197895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59" name="Google Shape;559;p34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60" name="Google Shape;560;p3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3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66" name="Google Shape;566;p3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3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2" name="Google Shape;572;p36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body" idx="3"/>
          </p:nvPr>
        </p:nvSpPr>
        <p:spPr>
          <a:xfrm>
            <a:off x="1141413" y="4980860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5" name="Google Shape;575;p36"/>
          <p:cNvSpPr>
            <a:spLocks noGrp="1"/>
          </p:cNvSpPr>
          <p:nvPr>
            <p:ph type="pic" idx="5"/>
          </p:nvPr>
        </p:nvSpPr>
        <p:spPr>
          <a:xfrm>
            <a:off x="4489054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6" name="Google Shape;576;p36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7" name="Google Shape;577;p36"/>
          <p:cNvSpPr txBox="1">
            <a:spLocks noGrp="1"/>
          </p:cNvSpPr>
          <p:nvPr>
            <p:ph type="body" idx="7"/>
          </p:nvPr>
        </p:nvSpPr>
        <p:spPr>
          <a:xfrm>
            <a:off x="7852568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8" name="Google Shape;578;p36"/>
          <p:cNvSpPr>
            <a:spLocks noGrp="1"/>
          </p:cNvSpPr>
          <p:nvPr>
            <p:ph type="pic" idx="8"/>
          </p:nvPr>
        </p:nvSpPr>
        <p:spPr>
          <a:xfrm>
            <a:off x="7852444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9" name="Google Shape;579;p36"/>
          <p:cNvSpPr txBox="1">
            <a:spLocks noGrp="1"/>
          </p:cNvSpPr>
          <p:nvPr>
            <p:ph type="body" idx="9"/>
          </p:nvPr>
        </p:nvSpPr>
        <p:spPr>
          <a:xfrm>
            <a:off x="7852443" y="4980856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0" name="Google Shape;580;p3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3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3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7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85" name="Google Shape;585;p37"/>
          <p:cNvSpPr txBox="1">
            <a:spLocks noGrp="1"/>
          </p:cNvSpPr>
          <p:nvPr>
            <p:ph type="body" idx="1"/>
          </p:nvPr>
        </p:nvSpPr>
        <p:spPr>
          <a:xfrm>
            <a:off x="1141411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6" name="Google Shape;586;p37"/>
          <p:cNvSpPr txBox="1">
            <a:spLocks noGrp="1"/>
          </p:cNvSpPr>
          <p:nvPr>
            <p:ph type="body" idx="2"/>
          </p:nvPr>
        </p:nvSpPr>
        <p:spPr>
          <a:xfrm>
            <a:off x="1127919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7" name="Google Shape;587;p37"/>
          <p:cNvSpPr txBox="1">
            <a:spLocks noGrp="1"/>
          </p:cNvSpPr>
          <p:nvPr>
            <p:ph type="body" idx="3"/>
          </p:nvPr>
        </p:nvSpPr>
        <p:spPr>
          <a:xfrm>
            <a:off x="4514768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8" name="Google Shape;588;p37"/>
          <p:cNvSpPr txBox="1">
            <a:spLocks noGrp="1"/>
          </p:cNvSpPr>
          <p:nvPr>
            <p:ph type="body" idx="4"/>
          </p:nvPr>
        </p:nvSpPr>
        <p:spPr>
          <a:xfrm>
            <a:off x="4504214" y="3363435"/>
            <a:ext cx="3195831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9" name="Google Shape;589;p37"/>
          <p:cNvSpPr txBox="1">
            <a:spLocks noGrp="1"/>
          </p:cNvSpPr>
          <p:nvPr>
            <p:ph type="body" idx="5"/>
          </p:nvPr>
        </p:nvSpPr>
        <p:spPr>
          <a:xfrm>
            <a:off x="7852443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body" idx="6"/>
          </p:nvPr>
        </p:nvSpPr>
        <p:spPr>
          <a:xfrm>
            <a:off x="7852443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675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3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8"/>
          <p:cNvSpPr txBox="1">
            <a:spLocks noGrp="1"/>
          </p:cNvSpPr>
          <p:nvPr>
            <p:ph type="title"/>
          </p:nvPr>
        </p:nvSpPr>
        <p:spPr>
          <a:xfrm>
            <a:off x="1141412" y="2134043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596" name="Google Shape;596;p38"/>
          <p:cNvSpPr txBox="1">
            <a:spLocks noGrp="1"/>
          </p:cNvSpPr>
          <p:nvPr>
            <p:ph type="body" idx="1"/>
          </p:nvPr>
        </p:nvSpPr>
        <p:spPr>
          <a:xfrm>
            <a:off x="1141365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7" name="Google Shape;597;p3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3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9"/>
          <p:cNvSpPr txBox="1"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02" name="Google Shape;602;p39"/>
          <p:cNvSpPr txBox="1">
            <a:spLocks noGrp="1"/>
          </p:cNvSpPr>
          <p:nvPr>
            <p:ph type="body" idx="1"/>
          </p:nvPr>
        </p:nvSpPr>
        <p:spPr>
          <a:xfrm>
            <a:off x="1141411" y="4419601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03" name="Google Shape;603;p3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3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0"/>
          <p:cNvSpPr txBox="1">
            <a:spLocks noGrp="1"/>
          </p:cNvSpPr>
          <p:nvPr>
            <p:ph type="title"/>
          </p:nvPr>
        </p:nvSpPr>
        <p:spPr>
          <a:xfrm>
            <a:off x="1141411" y="4304666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08" name="Google Shape;608;p40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09" name="Google Shape;609;p40"/>
          <p:cNvSpPr txBox="1">
            <a:spLocks noGrp="1"/>
          </p:cNvSpPr>
          <p:nvPr>
            <p:ph type="body" idx="1"/>
          </p:nvPr>
        </p:nvSpPr>
        <p:spPr>
          <a:xfrm>
            <a:off x="1141365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10" name="Google Shape;610;p4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4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4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1"/>
          <p:cNvSpPr txBox="1">
            <a:spLocks noGrp="1"/>
          </p:cNvSpPr>
          <p:nvPr>
            <p:ph type="title"/>
          </p:nvPr>
        </p:nvSpPr>
        <p:spPr>
          <a:xfrm>
            <a:off x="1141414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15" name="Google Shape;615;p41"/>
          <p:cNvSpPr>
            <a:spLocks noGrp="1"/>
          </p:cNvSpPr>
          <p:nvPr>
            <p:ph type="pic" idx="2"/>
          </p:nvPr>
        </p:nvSpPr>
        <p:spPr>
          <a:xfrm>
            <a:off x="7380721" y="609603"/>
            <a:ext cx="3666691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16" name="Google Shape;616;p41"/>
          <p:cNvSpPr txBox="1">
            <a:spLocks noGrp="1"/>
          </p:cNvSpPr>
          <p:nvPr>
            <p:ph type="body" idx="1"/>
          </p:nvPr>
        </p:nvSpPr>
        <p:spPr>
          <a:xfrm>
            <a:off x="1141411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17" name="Google Shape;617;p4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4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4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2"/>
          <p:cNvSpPr txBox="1">
            <a:spLocks noGrp="1"/>
          </p:cNvSpPr>
          <p:nvPr>
            <p:ph type="title"/>
          </p:nvPr>
        </p:nvSpPr>
        <p:spPr>
          <a:xfrm>
            <a:off x="1146706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22" name="Google Shape;622;p42"/>
          <p:cNvSpPr txBox="1">
            <a:spLocks noGrp="1"/>
          </p:cNvSpPr>
          <p:nvPr>
            <p:ph type="body" idx="1"/>
          </p:nvPr>
        </p:nvSpPr>
        <p:spPr>
          <a:xfrm>
            <a:off x="5156201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23" name="Google Shape;623;p42"/>
          <p:cNvSpPr txBox="1">
            <a:spLocks noGrp="1"/>
          </p:cNvSpPr>
          <p:nvPr>
            <p:ph type="body" idx="2"/>
          </p:nvPr>
        </p:nvSpPr>
        <p:spPr>
          <a:xfrm>
            <a:off x="1146706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24" name="Google Shape;624;p4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4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4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3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29" name="Google Shape;629;p4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4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4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4"/>
          <p:cNvSpPr txBox="1">
            <a:spLocks noGrp="1"/>
          </p:cNvSpPr>
          <p:nvPr>
            <p:ph type="title"/>
          </p:nvPr>
        </p:nvSpPr>
        <p:spPr>
          <a:xfrm>
            <a:off x="1141411" y="619128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34" name="Google Shape;634;p44"/>
          <p:cNvSpPr txBox="1">
            <a:spLocks noGrp="1"/>
          </p:cNvSpPr>
          <p:nvPr>
            <p:ph type="body" idx="1"/>
          </p:nvPr>
        </p:nvSpPr>
        <p:spPr>
          <a:xfrm>
            <a:off x="1370021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5" name="Google Shape;635;p44"/>
          <p:cNvSpPr txBox="1">
            <a:spLocks noGrp="1"/>
          </p:cNvSpPr>
          <p:nvPr>
            <p:ph type="body" idx="2"/>
          </p:nvPr>
        </p:nvSpPr>
        <p:spPr>
          <a:xfrm>
            <a:off x="1141411" y="3073399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6" name="Google Shape;636;p44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7" name="Google Shape;637;p44"/>
          <p:cNvSpPr txBox="1">
            <a:spLocks noGrp="1"/>
          </p:cNvSpPr>
          <p:nvPr>
            <p:ph type="body" idx="4"/>
          </p:nvPr>
        </p:nvSpPr>
        <p:spPr>
          <a:xfrm>
            <a:off x="6172200" y="3073399"/>
            <a:ext cx="487521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8" name="Google Shape;638;p4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4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4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5"/>
          <p:cNvSpPr txBox="1">
            <a:spLocks noGrp="1"/>
          </p:cNvSpPr>
          <p:nvPr>
            <p:ph type="title"/>
          </p:nvPr>
        </p:nvSpPr>
        <p:spPr>
          <a:xfrm>
            <a:off x="1141414" y="618518"/>
            <a:ext cx="9905999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body" idx="1"/>
          </p:nvPr>
        </p:nvSpPr>
        <p:spPr>
          <a:xfrm>
            <a:off x="1141411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body" idx="2"/>
          </p:nvPr>
        </p:nvSpPr>
        <p:spPr>
          <a:xfrm>
            <a:off x="6172201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5" name="Google Shape;645;p4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4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 txBox="1">
            <a:spLocks noGrp="1"/>
          </p:cNvSpPr>
          <p:nvPr>
            <p:ph type="title"/>
          </p:nvPr>
        </p:nvSpPr>
        <p:spPr>
          <a:xfrm>
            <a:off x="1141411" y="1419228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27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650" name="Google Shape;650;p4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51" name="Google Shape;651;p4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4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8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3" name="Google Shape;703;p48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4" name="Google Shape;704;p48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5" name="Google Shape;705;p48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6" name="Google Shape;706;p48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7" name="Google Shape;707;p48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8" name="Google Shape;708;p48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9" name="Google Shape;709;p48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0" name="Google Shape;710;p48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1" name="Google Shape;711;p48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2" name="Google Shape;712;p4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4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4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9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7" name="Google Shape;717;p49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8" name="Google Shape;718;p49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9" name="Google Shape;719;p49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0" name="Google Shape;720;p49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1" name="Google Shape;721;p49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2" name="Google Shape;722;p49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3" name="Google Shape;723;p4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4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0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8" name="Google Shape;728;p50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9" name="Google Shape;729;p5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5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5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4" name="Google Shape;734;p5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35" name="Google Shape;735;p5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5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2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0" name="Google Shape;740;p52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41" name="Google Shape;741;p52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42" name="Google Shape;742;p5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3" name="Google Shape;743;p5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5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4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4" name="Google Shape;794;p54"/>
          <p:cNvSpPr txBox="1">
            <a:spLocks noGrp="1"/>
          </p:cNvSpPr>
          <p:nvPr>
            <p:ph type="body" idx="1"/>
          </p:nvPr>
        </p:nvSpPr>
        <p:spPr>
          <a:xfrm rot="5400000">
            <a:off x="2424904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95" name="Google Shape;795;p5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5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5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0" name="Google Shape;800;p55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1" name="Google Shape;801;p5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5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5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6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6" name="Google Shape;806;p56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7" name="Google Shape;807;p56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8" name="Google Shape;808;p56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9" name="Google Shape;809;p56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0" name="Google Shape;810;p56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1" name="Google Shape;811;p56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2" name="Google Shape;812;p56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3" name="Google Shape;813;p56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4" name="Google Shape;814;p56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5" name="Google Shape;815;p5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5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7" name="Google Shape;817;p5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0" name="Google Shape;820;p57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1" name="Google Shape;821;p57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2" name="Google Shape;822;p57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3" name="Google Shape;823;p57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4" name="Google Shape;824;p57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5" name="Google Shape;825;p57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26" name="Google Shape;826;p5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5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5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8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1" name="Google Shape;831;p58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32" name="Google Shape;832;p58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5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58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9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7" name="Google Shape;837;p59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38" name="Google Shape;838;p59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5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59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0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3" name="Google Shape;843;p60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4" name="Google Shape;844;p60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5" name="Google Shape;845;p60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6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7" name="Google Shape;847;p60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1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0" name="Google Shape;850;p61"/>
          <p:cNvSpPr>
            <a:spLocks noGrp="1"/>
          </p:cNvSpPr>
          <p:nvPr>
            <p:ph type="pic" idx="2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0BFC7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1" name="Google Shape;851;p61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2" name="Google Shape;852;p61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6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61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2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7" name="Google Shape;857;p62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8" name="Google Shape;858;p62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9" name="Google Shape;859;p62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0" name="Google Shape;860;p6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1" name="Google Shape;861;p62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4" name="Google Shape;864;p6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6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6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4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9" name="Google Shape;869;p64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0" name="Google Shape;870;p64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1" name="Google Shape;871;p64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2" name="Google Shape;872;p64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3" name="Google Shape;873;p64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6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64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8" name="Google Shape;878;p65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79" name="Google Shape;879;p65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0" name="Google Shape;880;p6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6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6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6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5" name="Google Shape;885;p6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6" name="Google Shape;886;p66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7" name="Google Shape;887;p6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8" name="Google Shape;888;p66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\\DROBO-FS\QuickDrops\JB\PPTX NG\Droplets\LightingOverla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0" y="0"/>
            <a:ext cx="2305050" cy="6858000"/>
            <a:chOff x="0" y="0"/>
            <a:chExt cx="2147483647" cy="2147483646"/>
          </a:xfrm>
        </p:grpSpPr>
        <p:sp>
          <p:nvSpPr>
            <p:cNvPr id="12" name="Google Shape;12;p1"/>
            <p:cNvSpPr txBox="1"/>
            <p:nvPr/>
          </p:nvSpPr>
          <p:spPr>
            <a:xfrm>
              <a:off x="1126984755" y="1491464"/>
              <a:ext cx="22185205" cy="683019029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1557090" y="681527912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047119713" y="1259161108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 txBox="1"/>
            <p:nvPr/>
          </p:nvSpPr>
          <p:spPr>
            <a:xfrm>
              <a:off x="386014956" y="2982615"/>
              <a:ext cx="26621687" cy="1403320901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10586352" y="1403320851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77477920" y="2982615"/>
              <a:ext cx="141982330" cy="28434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18741"/>
                  </a:lnTo>
                  <a:lnTo>
                    <a:pt x="101250" y="7972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34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202413359" y="4474080"/>
              <a:ext cx="350519353" cy="56421163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405" y="120000"/>
                  </a:moveTo>
                  <a:lnTo>
                    <a:pt x="0" y="65550"/>
                  </a:lnTo>
                  <a:lnTo>
                    <a:pt x="0" y="0"/>
                  </a:lnTo>
                  <a:lnTo>
                    <a:pt x="9113" y="0"/>
                  </a:lnTo>
                  <a:lnTo>
                    <a:pt x="9113" y="65233"/>
                  </a:lnTo>
                  <a:lnTo>
                    <a:pt x="120000" y="119365"/>
                  </a:lnTo>
                  <a:lnTo>
                    <a:pt x="11240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490814587" y="564211664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286714957" y="2982615"/>
              <a:ext cx="346081947" cy="44639816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307" y="120000"/>
                  </a:moveTo>
                  <a:lnTo>
                    <a:pt x="0" y="51180"/>
                  </a:lnTo>
                  <a:lnTo>
                    <a:pt x="0" y="0"/>
                  </a:lnTo>
                  <a:lnTo>
                    <a:pt x="7692" y="0"/>
                  </a:lnTo>
                  <a:lnTo>
                    <a:pt x="7692" y="50779"/>
                  </a:lnTo>
                  <a:lnTo>
                    <a:pt x="120000" y="119198"/>
                  </a:lnTo>
                  <a:lnTo>
                    <a:pt x="112307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530747577" y="0"/>
              <a:ext cx="141982330" cy="28583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97500" y="120000"/>
                  </a:lnTo>
                  <a:lnTo>
                    <a:pt x="97500" y="40069"/>
                  </a:lnTo>
                  <a:lnTo>
                    <a:pt x="0" y="1252"/>
                  </a:lnTo>
                  <a:lnTo>
                    <a:pt x="18750" y="0"/>
                  </a:lnTo>
                  <a:lnTo>
                    <a:pt x="120000" y="39443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1570679629" y="444907011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1570679629" y="282851558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1623922990" y="1491464"/>
              <a:ext cx="390451411" cy="1635469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4545" y="120000"/>
                  </a:moveTo>
                  <a:lnTo>
                    <a:pt x="20454" y="43768"/>
                  </a:lnTo>
                  <a:lnTo>
                    <a:pt x="0" y="2188"/>
                  </a:lnTo>
                  <a:lnTo>
                    <a:pt x="6818" y="0"/>
                  </a:lnTo>
                  <a:lnTo>
                    <a:pt x="27272" y="40486"/>
                  </a:lnTo>
                  <a:lnTo>
                    <a:pt x="120000" y="115623"/>
                  </a:lnTo>
                  <a:lnTo>
                    <a:pt x="11454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1974442216" y="153107608"/>
              <a:ext cx="150856228" cy="462307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45882" y="120000"/>
                    <a:pt x="31764" y="116129"/>
                    <a:pt x="21176" y="104516"/>
                  </a:cubicBezTo>
                  <a:cubicBezTo>
                    <a:pt x="0" y="77419"/>
                    <a:pt x="0" y="38709"/>
                    <a:pt x="21176" y="15483"/>
                  </a:cubicBezTo>
                  <a:cubicBezTo>
                    <a:pt x="31764" y="3870"/>
                    <a:pt x="45882" y="0"/>
                    <a:pt x="60000" y="0"/>
                  </a:cubicBezTo>
                  <a:cubicBezTo>
                    <a:pt x="74117" y="0"/>
                    <a:pt x="88235" y="3870"/>
                    <a:pt x="98823" y="15483"/>
                  </a:cubicBezTo>
                  <a:cubicBezTo>
                    <a:pt x="120000" y="38709"/>
                    <a:pt x="120000" y="77419"/>
                    <a:pt x="98823" y="104516"/>
                  </a:cubicBezTo>
                  <a:cubicBezTo>
                    <a:pt x="88235" y="116129"/>
                    <a:pt x="74117" y="120000"/>
                    <a:pt x="60000" y="120000"/>
                  </a:cubicBezTo>
                  <a:close/>
                  <a:moveTo>
                    <a:pt x="60000" y="15483"/>
                  </a:moveTo>
                  <a:cubicBezTo>
                    <a:pt x="49411" y="15483"/>
                    <a:pt x="38823" y="19354"/>
                    <a:pt x="31764" y="27096"/>
                  </a:cubicBezTo>
                  <a:cubicBezTo>
                    <a:pt x="14117" y="46451"/>
                    <a:pt x="14117" y="73548"/>
                    <a:pt x="31764" y="92903"/>
                  </a:cubicBezTo>
                  <a:cubicBezTo>
                    <a:pt x="38823" y="100645"/>
                    <a:pt x="49411" y="104516"/>
                    <a:pt x="60000" y="104516"/>
                  </a:cubicBezTo>
                  <a:cubicBezTo>
                    <a:pt x="70588" y="104516"/>
                    <a:pt x="81176" y="100645"/>
                    <a:pt x="88235" y="92903"/>
                  </a:cubicBezTo>
                  <a:cubicBezTo>
                    <a:pt x="105882" y="73548"/>
                    <a:pt x="105882" y="46451"/>
                    <a:pt x="88235" y="27096"/>
                  </a:cubicBezTo>
                  <a:cubicBezTo>
                    <a:pt x="81176" y="19354"/>
                    <a:pt x="70588" y="15483"/>
                    <a:pt x="60000" y="154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887389629" y="1491464"/>
              <a:ext cx="141982330" cy="28434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20000"/>
                  </a:lnTo>
                  <a:lnTo>
                    <a:pt x="0" y="39650"/>
                  </a:lnTo>
                  <a:lnTo>
                    <a:pt x="101250" y="0"/>
                  </a:lnTo>
                  <a:lnTo>
                    <a:pt x="120000" y="1258"/>
                  </a:lnTo>
                  <a:lnTo>
                    <a:pt x="18750" y="4027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807524529" y="282851558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6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829709712" y="486663648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687727376" y="1760737581"/>
              <a:ext cx="315023760" cy="38078063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20000"/>
                  </a:moveTo>
                  <a:lnTo>
                    <a:pt x="109859" y="120000"/>
                  </a:lnTo>
                  <a:lnTo>
                    <a:pt x="109859" y="72689"/>
                  </a:lnTo>
                  <a:lnTo>
                    <a:pt x="0" y="939"/>
                  </a:lnTo>
                  <a:lnTo>
                    <a:pt x="6760" y="0"/>
                  </a:lnTo>
                  <a:lnTo>
                    <a:pt x="119999" y="72219"/>
                  </a:lnTo>
                  <a:lnTo>
                    <a:pt x="119999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03424957" y="1715998277"/>
              <a:ext cx="146419749" cy="49213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818" y="120000"/>
                  </a:moveTo>
                  <a:cubicBezTo>
                    <a:pt x="29090" y="120000"/>
                    <a:pt x="0" y="94545"/>
                    <a:pt x="0" y="61818"/>
                  </a:cubicBezTo>
                  <a:cubicBezTo>
                    <a:pt x="0" y="29090"/>
                    <a:pt x="29090" y="0"/>
                    <a:pt x="61818" y="0"/>
                  </a:cubicBezTo>
                  <a:cubicBezTo>
                    <a:pt x="94545" y="0"/>
                    <a:pt x="120000" y="29090"/>
                    <a:pt x="120000" y="61818"/>
                  </a:cubicBezTo>
                  <a:cubicBezTo>
                    <a:pt x="120000" y="94545"/>
                    <a:pt x="94545" y="120000"/>
                    <a:pt x="61818" y="120000"/>
                  </a:cubicBezTo>
                  <a:close/>
                  <a:moveTo>
                    <a:pt x="61818" y="14545"/>
                  </a:moveTo>
                  <a:cubicBezTo>
                    <a:pt x="36363" y="14545"/>
                    <a:pt x="14545" y="36363"/>
                    <a:pt x="14545" y="61818"/>
                  </a:cubicBezTo>
                  <a:cubicBezTo>
                    <a:pt x="14545" y="87272"/>
                    <a:pt x="36363" y="105454"/>
                    <a:pt x="61818" y="105454"/>
                  </a:cubicBezTo>
                  <a:cubicBezTo>
                    <a:pt x="83636" y="105454"/>
                    <a:pt x="105454" y="87272"/>
                    <a:pt x="105454" y="61818"/>
                  </a:cubicBezTo>
                  <a:cubicBezTo>
                    <a:pt x="105454" y="36363"/>
                    <a:pt x="83636" y="14545"/>
                    <a:pt x="61818" y="1454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2117272" y="282851558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6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0" y="1220387139"/>
              <a:ext cx="124234546" cy="8351324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8571" y="120000"/>
                  </a:moveTo>
                  <a:lnTo>
                    <a:pt x="0" y="4285"/>
                  </a:lnTo>
                  <a:lnTo>
                    <a:pt x="17142" y="0"/>
                  </a:lnTo>
                  <a:lnTo>
                    <a:pt x="120000" y="115714"/>
                  </a:lnTo>
                  <a:lnTo>
                    <a:pt x="98571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62117272" y="1299426292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0" y="514998319"/>
              <a:ext cx="124234546" cy="8450744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7142" y="120000"/>
                  </a:moveTo>
                  <a:lnTo>
                    <a:pt x="0" y="115764"/>
                  </a:lnTo>
                  <a:lnTo>
                    <a:pt x="98571" y="0"/>
                  </a:lnTo>
                  <a:lnTo>
                    <a:pt x="120000" y="4235"/>
                  </a:lnTo>
                  <a:lnTo>
                    <a:pt x="17142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62117272" y="459820112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647794386" y="1491464"/>
              <a:ext cx="288402092" cy="48815479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8923" y="120000"/>
                  </a:lnTo>
                  <a:lnTo>
                    <a:pt x="108923" y="98370"/>
                  </a:lnTo>
                  <a:lnTo>
                    <a:pt x="0" y="76863"/>
                  </a:lnTo>
                  <a:lnTo>
                    <a:pt x="0" y="0"/>
                  </a:lnTo>
                  <a:lnTo>
                    <a:pt x="11076" y="0"/>
                  </a:lnTo>
                  <a:lnTo>
                    <a:pt x="11076" y="76130"/>
                  </a:lnTo>
                  <a:lnTo>
                    <a:pt x="120000" y="9727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53243376" y="1528590839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128671950" y="1584763269"/>
              <a:ext cx="283964660" cy="55675495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0625" y="120000"/>
                  </a:lnTo>
                  <a:lnTo>
                    <a:pt x="110625" y="38571"/>
                  </a:lnTo>
                  <a:lnTo>
                    <a:pt x="0" y="19607"/>
                  </a:lnTo>
                  <a:lnTo>
                    <a:pt x="0" y="0"/>
                  </a:lnTo>
                  <a:lnTo>
                    <a:pt x="9375" y="0"/>
                  </a:lnTo>
                  <a:lnTo>
                    <a:pt x="9375" y="18964"/>
                  </a:lnTo>
                  <a:lnTo>
                    <a:pt x="120000" y="37928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523559856" y="2013762917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"/>
            <p:cNvSpPr txBox="1"/>
            <p:nvPr/>
          </p:nvSpPr>
          <p:spPr>
            <a:xfrm>
              <a:off x="598988460" y="2069935346"/>
              <a:ext cx="22185205" cy="76056857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70991168" y="2013762917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0" y="1872088612"/>
              <a:ext cx="177477923" cy="14465702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5000" y="120000"/>
                  </a:lnTo>
                  <a:lnTo>
                    <a:pt x="105000" y="47010"/>
                  </a:lnTo>
                  <a:lnTo>
                    <a:pt x="0" y="3711"/>
                  </a:lnTo>
                  <a:lnTo>
                    <a:pt x="12000" y="0"/>
                  </a:lnTo>
                  <a:lnTo>
                    <a:pt x="120000" y="44536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945070368" y="564211664"/>
              <a:ext cx="199663125" cy="23662084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666" y="120000"/>
                  </a:moveTo>
                  <a:lnTo>
                    <a:pt x="0" y="120000"/>
                  </a:lnTo>
                  <a:lnTo>
                    <a:pt x="0" y="32268"/>
                  </a:lnTo>
                  <a:lnTo>
                    <a:pt x="112000" y="0"/>
                  </a:lnTo>
                  <a:lnTo>
                    <a:pt x="120000" y="2268"/>
                  </a:lnTo>
                  <a:lnTo>
                    <a:pt x="10666" y="33025"/>
                  </a:lnTo>
                  <a:lnTo>
                    <a:pt x="10666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874079200" y="797849898"/>
              <a:ext cx="155293647" cy="50207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714" y="120000"/>
                  </a:moveTo>
                  <a:cubicBezTo>
                    <a:pt x="27428" y="120000"/>
                    <a:pt x="0" y="91764"/>
                    <a:pt x="0" y="60000"/>
                  </a:cubicBezTo>
                  <a:cubicBezTo>
                    <a:pt x="0" y="24705"/>
                    <a:pt x="27428" y="0"/>
                    <a:pt x="61714" y="0"/>
                  </a:cubicBezTo>
                  <a:cubicBezTo>
                    <a:pt x="92571" y="0"/>
                    <a:pt x="120000" y="24705"/>
                    <a:pt x="120000" y="60000"/>
                  </a:cubicBezTo>
                  <a:cubicBezTo>
                    <a:pt x="120000" y="91764"/>
                    <a:pt x="92571" y="120000"/>
                    <a:pt x="61714" y="120000"/>
                  </a:cubicBezTo>
                  <a:close/>
                  <a:moveTo>
                    <a:pt x="61714" y="14117"/>
                  </a:moveTo>
                  <a:cubicBezTo>
                    <a:pt x="34285" y="14117"/>
                    <a:pt x="13714" y="35294"/>
                    <a:pt x="13714" y="60000"/>
                  </a:cubicBezTo>
                  <a:cubicBezTo>
                    <a:pt x="13714" y="84705"/>
                    <a:pt x="34285" y="105882"/>
                    <a:pt x="61714" y="105882"/>
                  </a:cubicBezTo>
                  <a:cubicBezTo>
                    <a:pt x="85714" y="105882"/>
                    <a:pt x="106285" y="84705"/>
                    <a:pt x="106285" y="60000"/>
                  </a:cubicBezTo>
                  <a:cubicBezTo>
                    <a:pt x="106285" y="35294"/>
                    <a:pt x="85714" y="14117"/>
                    <a:pt x="61714" y="141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554618973" y="1491464"/>
              <a:ext cx="594551014" cy="126065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5522" y="120000"/>
                  </a:lnTo>
                  <a:lnTo>
                    <a:pt x="115522" y="109353"/>
                  </a:lnTo>
                  <a:lnTo>
                    <a:pt x="0" y="91088"/>
                  </a:lnTo>
                  <a:lnTo>
                    <a:pt x="0" y="0"/>
                  </a:lnTo>
                  <a:lnTo>
                    <a:pt x="4477" y="0"/>
                  </a:lnTo>
                  <a:lnTo>
                    <a:pt x="4477" y="90662"/>
                  </a:lnTo>
                  <a:lnTo>
                    <a:pt x="120000" y="108927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40296065" y="432976538"/>
              <a:ext cx="133108445" cy="14913079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4000" y="120000"/>
                  </a:lnTo>
                  <a:lnTo>
                    <a:pt x="104000" y="33600"/>
                  </a:lnTo>
                  <a:lnTo>
                    <a:pt x="0" y="3600"/>
                  </a:lnTo>
                  <a:lnTo>
                    <a:pt x="12000" y="0"/>
                  </a:lnTo>
                  <a:lnTo>
                    <a:pt x="120000" y="324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211287292" y="579124726"/>
              <a:ext cx="102050272" cy="3380298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61780397" y="1070262139"/>
              <a:ext cx="133108445" cy="14863384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6000" y="120000"/>
                  </a:moveTo>
                  <a:lnTo>
                    <a:pt x="0" y="120000"/>
                  </a:lnTo>
                  <a:lnTo>
                    <a:pt x="0" y="32107"/>
                  </a:lnTo>
                  <a:lnTo>
                    <a:pt x="108000" y="0"/>
                  </a:lnTo>
                  <a:lnTo>
                    <a:pt x="120000" y="3210"/>
                  </a:lnTo>
                  <a:lnTo>
                    <a:pt x="16000" y="33311"/>
                  </a:lnTo>
                  <a:lnTo>
                    <a:pt x="16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21847392" y="1215913019"/>
              <a:ext cx="102050272" cy="3430023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7391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57391" y="0"/>
                  </a:cubicBezTo>
                  <a:cubicBezTo>
                    <a:pt x="88695" y="0"/>
                    <a:pt x="120000" y="26086"/>
                    <a:pt x="120000" y="62608"/>
                  </a:cubicBezTo>
                  <a:cubicBezTo>
                    <a:pt x="120000" y="93913"/>
                    <a:pt x="88695" y="120000"/>
                    <a:pt x="57391" y="120000"/>
                  </a:cubicBezTo>
                  <a:close/>
                  <a:moveTo>
                    <a:pt x="57391" y="20869"/>
                  </a:moveTo>
                  <a:cubicBezTo>
                    <a:pt x="36521" y="20869"/>
                    <a:pt x="20869" y="41739"/>
                    <a:pt x="20869" y="62608"/>
                  </a:cubicBezTo>
                  <a:cubicBezTo>
                    <a:pt x="20869" y="83478"/>
                    <a:pt x="36521" y="99130"/>
                    <a:pt x="57391" y="99130"/>
                  </a:cubicBezTo>
                  <a:cubicBezTo>
                    <a:pt x="78260" y="99130"/>
                    <a:pt x="99130" y="83478"/>
                    <a:pt x="99130" y="62608"/>
                  </a:cubicBezTo>
                  <a:cubicBezTo>
                    <a:pt x="99130" y="41739"/>
                    <a:pt x="78260" y="20869"/>
                    <a:pt x="57391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4437413" y="678545244"/>
              <a:ext cx="106486750" cy="1416744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000" y="119999"/>
                  </a:moveTo>
                  <a:lnTo>
                    <a:pt x="0" y="116210"/>
                  </a:lnTo>
                  <a:lnTo>
                    <a:pt x="100000" y="90947"/>
                  </a:lnTo>
                  <a:lnTo>
                    <a:pt x="100000" y="0"/>
                  </a:lnTo>
                  <a:lnTo>
                    <a:pt x="120000" y="0"/>
                  </a:lnTo>
                  <a:lnTo>
                    <a:pt x="120000" y="93473"/>
                  </a:lnTo>
                  <a:lnTo>
                    <a:pt x="10000" y="1199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8806893" y="647227629"/>
              <a:ext cx="102050272" cy="3430023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 txBox="1"/>
            <p:nvPr/>
          </p:nvSpPr>
          <p:spPr>
            <a:xfrm>
              <a:off x="1144732621" y="1459990668"/>
              <a:ext cx="22185205" cy="683019029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1229035040" y="1578797934"/>
              <a:ext cx="346081947" cy="56421163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692" y="120000"/>
                  </a:moveTo>
                  <a:lnTo>
                    <a:pt x="0" y="120000"/>
                  </a:lnTo>
                  <a:lnTo>
                    <a:pt x="0" y="54449"/>
                  </a:lnTo>
                  <a:lnTo>
                    <a:pt x="0" y="54132"/>
                  </a:lnTo>
                  <a:lnTo>
                    <a:pt x="112307" y="0"/>
                  </a:lnTo>
                  <a:lnTo>
                    <a:pt x="120000" y="634"/>
                  </a:lnTo>
                  <a:lnTo>
                    <a:pt x="7692" y="54766"/>
                  </a:lnTo>
                  <a:lnTo>
                    <a:pt x="7692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1069304956" y="1403320851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763155041" y="1247230674"/>
              <a:ext cx="323897658" cy="8957789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0136" y="120000"/>
                  </a:lnTo>
                  <a:lnTo>
                    <a:pt x="110136" y="78912"/>
                  </a:lnTo>
                  <a:lnTo>
                    <a:pt x="0" y="199"/>
                  </a:lnTo>
                  <a:lnTo>
                    <a:pt x="8219" y="0"/>
                  </a:lnTo>
                  <a:lnTo>
                    <a:pt x="120000" y="78912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678853502" y="1192052151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1512999712" y="1524116720"/>
              <a:ext cx="177477923" cy="591553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1308900082" y="1698102587"/>
              <a:ext cx="346081947" cy="44639816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230" y="120000"/>
                  </a:moveTo>
                  <a:lnTo>
                    <a:pt x="0" y="120000"/>
                  </a:lnTo>
                  <a:lnTo>
                    <a:pt x="0" y="68819"/>
                  </a:lnTo>
                  <a:lnTo>
                    <a:pt x="0" y="68418"/>
                  </a:lnTo>
                  <a:lnTo>
                    <a:pt x="113846" y="0"/>
                  </a:lnTo>
                  <a:lnTo>
                    <a:pt x="120000" y="801"/>
                  </a:lnTo>
                  <a:lnTo>
                    <a:pt x="9230" y="69220"/>
                  </a:lnTo>
                  <a:lnTo>
                    <a:pt x="923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1552931764" y="1861649472"/>
              <a:ext cx="141982330" cy="28583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18747"/>
                  </a:lnTo>
                  <a:lnTo>
                    <a:pt x="101250" y="7993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556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1592864754" y="1642924301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592864754" y="1804979813"/>
              <a:ext cx="177477923" cy="59652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1646108233" y="1982445341"/>
              <a:ext cx="390451411" cy="1650380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454" y="119999"/>
                  </a:moveTo>
                  <a:lnTo>
                    <a:pt x="0" y="117831"/>
                  </a:lnTo>
                  <a:lnTo>
                    <a:pt x="20454" y="74457"/>
                  </a:lnTo>
                  <a:lnTo>
                    <a:pt x="115909" y="0"/>
                  </a:lnTo>
                  <a:lnTo>
                    <a:pt x="120000" y="4337"/>
                  </a:lnTo>
                  <a:lnTo>
                    <a:pt x="27272" y="77710"/>
                  </a:lnTo>
                  <a:lnTo>
                    <a:pt x="5454" y="1199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2001063897" y="1948145334"/>
              <a:ext cx="146419749" cy="462307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8181" y="120000"/>
                  </a:moveTo>
                  <a:cubicBezTo>
                    <a:pt x="43636" y="120000"/>
                    <a:pt x="29090" y="112258"/>
                    <a:pt x="18181" y="100645"/>
                  </a:cubicBezTo>
                  <a:cubicBezTo>
                    <a:pt x="7272" y="92903"/>
                    <a:pt x="0" y="77419"/>
                    <a:pt x="0" y="58064"/>
                  </a:cubicBezTo>
                  <a:cubicBezTo>
                    <a:pt x="0" y="42580"/>
                    <a:pt x="7272" y="27096"/>
                    <a:pt x="18181" y="15483"/>
                  </a:cubicBezTo>
                  <a:cubicBezTo>
                    <a:pt x="29090" y="3870"/>
                    <a:pt x="43636" y="0"/>
                    <a:pt x="58181" y="0"/>
                  </a:cubicBezTo>
                  <a:cubicBezTo>
                    <a:pt x="72727" y="0"/>
                    <a:pt x="87272" y="3870"/>
                    <a:pt x="98181" y="15483"/>
                  </a:cubicBezTo>
                  <a:cubicBezTo>
                    <a:pt x="120000" y="38709"/>
                    <a:pt x="120000" y="77419"/>
                    <a:pt x="98181" y="100645"/>
                  </a:cubicBezTo>
                  <a:cubicBezTo>
                    <a:pt x="87272" y="112258"/>
                    <a:pt x="72727" y="120000"/>
                    <a:pt x="58181" y="120000"/>
                  </a:cubicBezTo>
                  <a:close/>
                  <a:moveTo>
                    <a:pt x="58181" y="15483"/>
                  </a:moveTo>
                  <a:cubicBezTo>
                    <a:pt x="47272" y="15483"/>
                    <a:pt x="36363" y="19354"/>
                    <a:pt x="29090" y="27096"/>
                  </a:cubicBezTo>
                  <a:cubicBezTo>
                    <a:pt x="21818" y="34838"/>
                    <a:pt x="14545" y="46451"/>
                    <a:pt x="14545" y="58064"/>
                  </a:cubicBezTo>
                  <a:cubicBezTo>
                    <a:pt x="14545" y="73548"/>
                    <a:pt x="21818" y="81290"/>
                    <a:pt x="29090" y="92903"/>
                  </a:cubicBezTo>
                  <a:cubicBezTo>
                    <a:pt x="36363" y="100645"/>
                    <a:pt x="47272" y="104516"/>
                    <a:pt x="58181" y="104516"/>
                  </a:cubicBezTo>
                  <a:cubicBezTo>
                    <a:pt x="69090" y="104516"/>
                    <a:pt x="80000" y="100645"/>
                    <a:pt x="87272" y="92903"/>
                  </a:cubicBezTo>
                  <a:cubicBezTo>
                    <a:pt x="105454" y="73548"/>
                    <a:pt x="105454" y="46451"/>
                    <a:pt x="87272" y="27096"/>
                  </a:cubicBezTo>
                  <a:cubicBezTo>
                    <a:pt x="80000" y="19354"/>
                    <a:pt x="69090" y="15483"/>
                    <a:pt x="58181" y="154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470316495" y="2982615"/>
              <a:ext cx="217410921" cy="159818520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7755" y="120000"/>
                  </a:moveTo>
                  <a:lnTo>
                    <a:pt x="105306" y="102793"/>
                  </a:lnTo>
                  <a:lnTo>
                    <a:pt x="0" y="70954"/>
                  </a:lnTo>
                  <a:lnTo>
                    <a:pt x="0" y="0"/>
                  </a:lnTo>
                  <a:lnTo>
                    <a:pt x="12244" y="0"/>
                  </a:lnTo>
                  <a:lnTo>
                    <a:pt x="12244" y="70842"/>
                  </a:lnTo>
                  <a:lnTo>
                    <a:pt x="117551" y="102793"/>
                  </a:lnTo>
                  <a:lnTo>
                    <a:pt x="120000" y="120000"/>
                  </a:lnTo>
                  <a:lnTo>
                    <a:pt x="10775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590114528" y="1598185155"/>
              <a:ext cx="173041443" cy="5816116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538" y="120000"/>
                  </a:moveTo>
                  <a:cubicBezTo>
                    <a:pt x="27692" y="120000"/>
                    <a:pt x="0" y="92307"/>
                    <a:pt x="0" y="58461"/>
                  </a:cubicBezTo>
                  <a:cubicBezTo>
                    <a:pt x="0" y="27692"/>
                    <a:pt x="27692" y="0"/>
                    <a:pt x="61538" y="0"/>
                  </a:cubicBezTo>
                  <a:cubicBezTo>
                    <a:pt x="92307" y="0"/>
                    <a:pt x="120000" y="27692"/>
                    <a:pt x="120000" y="58461"/>
                  </a:cubicBezTo>
                  <a:cubicBezTo>
                    <a:pt x="120000" y="92307"/>
                    <a:pt x="92307" y="120000"/>
                    <a:pt x="61538" y="120000"/>
                  </a:cubicBezTo>
                  <a:close/>
                  <a:moveTo>
                    <a:pt x="61538" y="12307"/>
                  </a:moveTo>
                  <a:cubicBezTo>
                    <a:pt x="33846" y="12307"/>
                    <a:pt x="12307" y="33846"/>
                    <a:pt x="12307" y="58461"/>
                  </a:cubicBezTo>
                  <a:cubicBezTo>
                    <a:pt x="12307" y="86153"/>
                    <a:pt x="33846" y="107692"/>
                    <a:pt x="61538" y="107692"/>
                  </a:cubicBezTo>
                  <a:cubicBezTo>
                    <a:pt x="86153" y="107692"/>
                    <a:pt x="107692" y="86153"/>
                    <a:pt x="107692" y="58461"/>
                  </a:cubicBezTo>
                  <a:cubicBezTo>
                    <a:pt x="107692" y="33846"/>
                    <a:pt x="86153" y="12307"/>
                    <a:pt x="61538" y="1230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dt" idx="10"/>
          </p:nvPr>
        </p:nvSpPr>
        <p:spPr>
          <a:xfrm>
            <a:off x="7077075" y="54102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"/>
          <p:cNvSpPr txBox="1">
            <a:spLocks noGrp="1"/>
          </p:cNvSpPr>
          <p:nvPr>
            <p:ph type="ftr" idx="11"/>
          </p:nvPr>
        </p:nvSpPr>
        <p:spPr>
          <a:xfrm>
            <a:off x="1876425" y="5410200"/>
            <a:ext cx="5124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"/>
          <p:cNvSpPr txBox="1">
            <a:spLocks noGrp="1"/>
          </p:cNvSpPr>
          <p:nvPr>
            <p:ph type="sldNum" idx="12"/>
          </p:nvPr>
        </p:nvSpPr>
        <p:spPr>
          <a:xfrm>
            <a:off x="9896475" y="5410200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" descr="\\DROBO-FS\QuickDrops\JB\PPTX NG\Droplets\LightingOverla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3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80" name="Google Shape;80;p3"/>
            <p:cNvGrpSpPr/>
            <p:nvPr/>
          </p:nvGrpSpPr>
          <p:grpSpPr>
            <a:xfrm>
              <a:off x="0" y="0"/>
              <a:ext cx="217491838" cy="2147483646"/>
              <a:chOff x="0" y="0"/>
              <a:chExt cx="2147483647" cy="2147483646"/>
            </a:xfrm>
          </p:grpSpPr>
          <p:sp>
            <p:nvSpPr>
              <p:cNvPr id="81" name="Google Shape;81;p3"/>
              <p:cNvSpPr txBox="1"/>
              <p:nvPr/>
            </p:nvSpPr>
            <p:spPr>
              <a:xfrm>
                <a:off x="226198672" y="1491464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3776961" y="681527912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75400144" y="1259161108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376997187" y="1491464"/>
                <a:ext cx="650668628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910376317" y="564211664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527795702" y="1491464"/>
                <a:ext cx="650668628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985776503" y="0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061174860" y="44490701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061174860" y="282851558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153330341" y="0"/>
                <a:ext cx="74282239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820752635" y="153107608"/>
                <a:ext cx="28484165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" name="Google Shape;92;p3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93" name="Google Shape;93;p3"/>
              <p:cNvSpPr/>
              <p:nvPr/>
            </p:nvSpPr>
            <p:spPr>
              <a:xfrm>
                <a:off x="41889360" y="564211664"/>
                <a:ext cx="217820098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8378576" y="1111521467"/>
                <a:ext cx="259709451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51330882" y="432976538"/>
                <a:ext cx="251330892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385374004" y="579124726"/>
                <a:ext cx="201064702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 txBox="1"/>
              <p:nvPr/>
            </p:nvSpPr>
            <p:spPr>
              <a:xfrm>
                <a:off x="259709457" y="1459990668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418884788" y="1578797934"/>
                <a:ext cx="650668628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117287745" y="140332085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0" y="1762228954"/>
                <a:ext cx="150798527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952265691" y="1524116720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69683359" y="1698102587"/>
                <a:ext cx="659045412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1027664048" y="1861649472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1103064178" y="164292430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103064178" y="1804979813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1203596503" y="1982445341"/>
                <a:ext cx="734445558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1871018798" y="1948145334"/>
                <a:ext cx="27646484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" name="Google Shape;108;p3"/>
            <p:cNvGrpSpPr/>
            <p:nvPr/>
          </p:nvGrpSpPr>
          <p:grpSpPr>
            <a:xfrm>
              <a:off x="2027283357" y="0"/>
              <a:ext cx="120200289" cy="2144501174"/>
              <a:chOff x="0" y="0"/>
              <a:chExt cx="2147483647" cy="2147483647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378966538" y="0"/>
                <a:ext cx="1328914553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0" y="148840556"/>
                <a:ext cx="50023879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848886073" y="482860174"/>
                <a:ext cx="601296809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530553796" y="1785587254"/>
                <a:ext cx="949945414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1298595257" y="1740785728"/>
                <a:ext cx="500238794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101531502" y="1493538"/>
                <a:ext cx="970156962" cy="48435372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864047045" y="1526236390"/>
                <a:ext cx="601296809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242537045" y="1582487258"/>
                <a:ext cx="980262827" cy="56499631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541135510" y="2012083222"/>
                <a:ext cx="606348136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3"/>
              <p:cNvSpPr txBox="1"/>
              <p:nvPr/>
            </p:nvSpPr>
            <p:spPr>
              <a:xfrm>
                <a:off x="1829149053" y="2068334248"/>
                <a:ext cx="75795106" cy="79149398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 descr="\\DROBO-FS\QuickDrops\JB\PPTX NG\Droplets\LightingOverla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5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133" name="Google Shape;133;p5"/>
            <p:cNvGrpSpPr/>
            <p:nvPr/>
          </p:nvGrpSpPr>
          <p:grpSpPr>
            <a:xfrm>
              <a:off x="0" y="0"/>
              <a:ext cx="217491838" cy="2147483646"/>
              <a:chOff x="0" y="0"/>
              <a:chExt cx="2147483647" cy="2147483646"/>
            </a:xfrm>
          </p:grpSpPr>
          <p:sp>
            <p:nvSpPr>
              <p:cNvPr id="134" name="Google Shape;134;p5"/>
              <p:cNvSpPr txBox="1"/>
              <p:nvPr/>
            </p:nvSpPr>
            <p:spPr>
              <a:xfrm>
                <a:off x="226198672" y="1491464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83776961" y="681527912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75400144" y="1259161108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376997187" y="1491464"/>
                <a:ext cx="650668628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910376317" y="564211664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527795702" y="1491464"/>
                <a:ext cx="650668628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985776503" y="0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061174860" y="44490701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061174860" y="282851558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1153330341" y="0"/>
                <a:ext cx="74282239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1820752635" y="153107608"/>
                <a:ext cx="28484165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5" name="Google Shape;145;p5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6" name="Google Shape;146;p5"/>
              <p:cNvSpPr/>
              <p:nvPr/>
            </p:nvSpPr>
            <p:spPr>
              <a:xfrm>
                <a:off x="41889360" y="564211664"/>
                <a:ext cx="217820098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8378576" y="1111521467"/>
                <a:ext cx="259709451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51330882" y="432976538"/>
                <a:ext cx="251330892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385374004" y="579124726"/>
                <a:ext cx="201064702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"/>
              <p:cNvSpPr txBox="1"/>
              <p:nvPr/>
            </p:nvSpPr>
            <p:spPr>
              <a:xfrm>
                <a:off x="259709457" y="1459990668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418884788" y="1578797934"/>
                <a:ext cx="650668628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17287745" y="140332085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0" y="1762228954"/>
                <a:ext cx="150798527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952265691" y="1524116720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569683359" y="1698102587"/>
                <a:ext cx="659045412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027664048" y="1861649472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103064178" y="164292430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1103064178" y="1804979813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1203596503" y="1982445341"/>
                <a:ext cx="734445558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1871018798" y="1948145334"/>
                <a:ext cx="27646484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5"/>
            <p:cNvGrpSpPr/>
            <p:nvPr/>
          </p:nvGrpSpPr>
          <p:grpSpPr>
            <a:xfrm>
              <a:off x="2027283357" y="0"/>
              <a:ext cx="120200289" cy="2144501174"/>
              <a:chOff x="0" y="0"/>
              <a:chExt cx="2147483647" cy="2147483647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378966538" y="0"/>
                <a:ext cx="1328914553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0" y="148840556"/>
                <a:ext cx="50023879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848886073" y="482860174"/>
                <a:ext cx="601296809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530553796" y="1785587254"/>
                <a:ext cx="949945414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298595257" y="1740785728"/>
                <a:ext cx="500238794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101531502" y="1493538"/>
                <a:ext cx="970156962" cy="48435372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864047045" y="1526236390"/>
                <a:ext cx="601296809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2537045" y="1582487258"/>
                <a:ext cx="980262827" cy="56499631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541135510" y="2012083222"/>
                <a:ext cx="606348136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1829149053" y="2068334248"/>
                <a:ext cx="75795106" cy="79149398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 descr="\\DROBO-FS\QuickDrops\JB\PPTX NG\Droplets\LightingOverla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7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187" name="Google Shape;187;p7"/>
            <p:cNvGrpSpPr/>
            <p:nvPr/>
          </p:nvGrpSpPr>
          <p:grpSpPr>
            <a:xfrm>
              <a:off x="0" y="0"/>
              <a:ext cx="217491838" cy="2147483646"/>
              <a:chOff x="0" y="0"/>
              <a:chExt cx="2147483647" cy="2147483646"/>
            </a:xfrm>
          </p:grpSpPr>
          <p:sp>
            <p:nvSpPr>
              <p:cNvPr id="188" name="Google Shape;188;p7"/>
              <p:cNvSpPr txBox="1"/>
              <p:nvPr/>
            </p:nvSpPr>
            <p:spPr>
              <a:xfrm>
                <a:off x="226198672" y="1491464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83776961" y="681527912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75400144" y="1259161108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376997187" y="1491464"/>
                <a:ext cx="650668628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910376317" y="564211664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527795702" y="1491464"/>
                <a:ext cx="650668628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985776503" y="0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1061174860" y="44490701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1061174860" y="282851558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>
                <a:off x="1153330341" y="0"/>
                <a:ext cx="74282239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>
                <a:off x="1820752635" y="153107608"/>
                <a:ext cx="28484165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7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00" name="Google Shape;200;p7"/>
              <p:cNvSpPr/>
              <p:nvPr/>
            </p:nvSpPr>
            <p:spPr>
              <a:xfrm>
                <a:off x="41889360" y="564211664"/>
                <a:ext cx="217820098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>
                <a:off x="8378576" y="1111521467"/>
                <a:ext cx="259709451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>
                <a:off x="251330882" y="432976538"/>
                <a:ext cx="251330892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385374004" y="579124726"/>
                <a:ext cx="201064702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"/>
              <p:cNvSpPr txBox="1"/>
              <p:nvPr/>
            </p:nvSpPr>
            <p:spPr>
              <a:xfrm>
                <a:off x="259709457" y="1459990983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>
                <a:off x="418884788" y="1578797934"/>
                <a:ext cx="650668628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117287745" y="140332085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0" y="1762228954"/>
                <a:ext cx="150798527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952265691" y="1524116720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569683359" y="1698102587"/>
                <a:ext cx="659045412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1027664048" y="1861649472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1103064178" y="164292430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1103064178" y="1804979813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1203596503" y="1982445341"/>
                <a:ext cx="734445558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1871018798" y="1948145334"/>
                <a:ext cx="27646484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7"/>
            <p:cNvGrpSpPr/>
            <p:nvPr/>
          </p:nvGrpSpPr>
          <p:grpSpPr>
            <a:xfrm>
              <a:off x="2027283357" y="0"/>
              <a:ext cx="120200289" cy="2144501173"/>
              <a:chOff x="0" y="0"/>
              <a:chExt cx="2147483647" cy="2147483646"/>
            </a:xfrm>
          </p:grpSpPr>
          <p:sp>
            <p:nvSpPr>
              <p:cNvPr id="216" name="Google Shape;216;p7"/>
              <p:cNvSpPr/>
              <p:nvPr/>
            </p:nvSpPr>
            <p:spPr>
              <a:xfrm>
                <a:off x="378966538" y="0"/>
                <a:ext cx="1328914553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7"/>
              <p:cNvSpPr/>
              <p:nvPr/>
            </p:nvSpPr>
            <p:spPr>
              <a:xfrm>
                <a:off x="0" y="148840556"/>
                <a:ext cx="50023879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7"/>
              <p:cNvSpPr/>
              <p:nvPr/>
            </p:nvSpPr>
            <p:spPr>
              <a:xfrm>
                <a:off x="848886073" y="482860174"/>
                <a:ext cx="601296809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530553796" y="1785587255"/>
                <a:ext cx="949945414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1298595257" y="1740785729"/>
                <a:ext cx="500238794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1101531502" y="1493538"/>
                <a:ext cx="970156962" cy="48435372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864047045" y="1526236391"/>
                <a:ext cx="601296809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242537045" y="1582487259"/>
                <a:ext cx="980262827" cy="56499631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1541135510" y="2012083224"/>
                <a:ext cx="606348136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1829152261" y="2068334407"/>
                <a:ext cx="75791922" cy="79149091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6" name="Google Shape;226;p7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7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3" descr="\\DROBO-FS\QuickDrops\JB\PPTX NG\Droplets\LightingOverlay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13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278" name="Google Shape;278;p13"/>
            <p:cNvGrpSpPr/>
            <p:nvPr/>
          </p:nvGrpSpPr>
          <p:grpSpPr>
            <a:xfrm>
              <a:off x="0" y="0"/>
              <a:ext cx="217491832" cy="2147483646"/>
              <a:chOff x="0" y="0"/>
              <a:chExt cx="2147483647" cy="2147483646"/>
            </a:xfrm>
          </p:grpSpPr>
          <p:sp>
            <p:nvSpPr>
              <p:cNvPr id="279" name="Google Shape;279;p13"/>
              <p:cNvSpPr txBox="1"/>
              <p:nvPr/>
            </p:nvSpPr>
            <p:spPr>
              <a:xfrm>
                <a:off x="226198678" y="1491464"/>
                <a:ext cx="41889360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86570408" y="681527912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75400146" y="1259161423"/>
                <a:ext cx="335107856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376997197" y="1491464"/>
                <a:ext cx="650668645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913169786" y="564211664"/>
                <a:ext cx="335107856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527795716" y="1491464"/>
                <a:ext cx="650668645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985776529" y="0"/>
                <a:ext cx="26808626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1061176661" y="444907011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1061176661" y="282851558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1153330371" y="0"/>
                <a:ext cx="74282241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1820754456" y="153107608"/>
                <a:ext cx="287633361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0" name="Google Shape;290;p13"/>
              <p:cNvCxnSpPr/>
              <p:nvPr/>
            </p:nvCxnSpPr>
            <p:spPr>
              <a:xfrm>
                <a:off x="16755393" y="2982615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13"/>
              <p:cNvSpPr/>
              <p:nvPr/>
            </p:nvSpPr>
            <p:spPr>
              <a:xfrm>
                <a:off x="41889361" y="564211664"/>
                <a:ext cx="217820104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8378576" y="1111521467"/>
                <a:ext cx="259709458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51330888" y="432976538"/>
                <a:ext cx="251330898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388167459" y="579124726"/>
                <a:ext cx="201064708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3"/>
              <p:cNvSpPr txBox="1"/>
              <p:nvPr/>
            </p:nvSpPr>
            <p:spPr>
              <a:xfrm>
                <a:off x="259709463" y="1459990983"/>
                <a:ext cx="41889360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418884799" y="1578797934"/>
                <a:ext cx="650668645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120081193" y="1403321167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0" y="1762228954"/>
                <a:ext cx="150798531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952265716" y="1524117035"/>
                <a:ext cx="335107856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569683374" y="1698102587"/>
                <a:ext cx="659045429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3"/>
              <p:cNvSpPr/>
              <p:nvPr/>
            </p:nvSpPr>
            <p:spPr>
              <a:xfrm>
                <a:off x="1027664075" y="1861649472"/>
                <a:ext cx="26808626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1103064207" y="1642924617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1103064207" y="1804980129"/>
                <a:ext cx="335107856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3"/>
              <p:cNvSpPr/>
              <p:nvPr/>
            </p:nvSpPr>
            <p:spPr>
              <a:xfrm>
                <a:off x="1203596535" y="1982445341"/>
                <a:ext cx="734445577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3"/>
              <p:cNvSpPr/>
              <p:nvPr/>
            </p:nvSpPr>
            <p:spPr>
              <a:xfrm>
                <a:off x="1873812237" y="1948145650"/>
                <a:ext cx="273671409" cy="4623038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13"/>
            <p:cNvGrpSpPr/>
            <p:nvPr/>
          </p:nvGrpSpPr>
          <p:grpSpPr>
            <a:xfrm>
              <a:off x="2027283536" y="0"/>
              <a:ext cx="120200110" cy="2144501173"/>
              <a:chOff x="0" y="0"/>
              <a:chExt cx="2147483647" cy="2147483646"/>
            </a:xfrm>
          </p:grpSpPr>
          <p:sp>
            <p:nvSpPr>
              <p:cNvPr id="307" name="Google Shape;307;p13"/>
              <p:cNvSpPr/>
              <p:nvPr/>
            </p:nvSpPr>
            <p:spPr>
              <a:xfrm>
                <a:off x="378963897" y="0"/>
                <a:ext cx="1328916538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0" y="148840556"/>
                <a:ext cx="495185039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848887341" y="482860174"/>
                <a:ext cx="596243205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530551380" y="1785587255"/>
                <a:ext cx="949946833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1298593989" y="1740786045"/>
                <a:ext cx="500239542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1101529939" y="1493538"/>
                <a:ext cx="970158411" cy="48435372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858992532" y="1526236707"/>
                <a:ext cx="606349042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242534199" y="1582487259"/>
                <a:ext cx="980264291" cy="56499631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1541134604" y="2012083540"/>
                <a:ext cx="606349042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3"/>
              <p:cNvSpPr txBox="1"/>
              <p:nvPr/>
            </p:nvSpPr>
            <p:spPr>
              <a:xfrm>
                <a:off x="1829151786" y="2068334407"/>
                <a:ext cx="75792035" cy="79149091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7" name="Google Shape;317;p1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8" name="Google Shape;318;p1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1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0" name="Google Shape;320;p1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7" descr="\\DROBO-FS\QuickDrops\JB\PPTX NG\Droplets\LightingOverla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27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422" name="Google Shape;422;p27"/>
            <p:cNvGrpSpPr/>
            <p:nvPr/>
          </p:nvGrpSpPr>
          <p:grpSpPr>
            <a:xfrm>
              <a:off x="0" y="0"/>
              <a:ext cx="217491840" cy="2147483646"/>
              <a:chOff x="0" y="0"/>
              <a:chExt cx="2147483647" cy="2147483646"/>
            </a:xfrm>
          </p:grpSpPr>
          <p:sp>
            <p:nvSpPr>
              <p:cNvPr id="423" name="Google Shape;423;p27"/>
              <p:cNvSpPr txBox="1"/>
              <p:nvPr/>
            </p:nvSpPr>
            <p:spPr>
              <a:xfrm>
                <a:off x="226198670" y="1491464"/>
                <a:ext cx="41889358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83778718" y="681527912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75400143" y="1259161423"/>
                <a:ext cx="335107844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376997184" y="1491464"/>
                <a:ext cx="650668621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7"/>
              <p:cNvSpPr/>
              <p:nvPr/>
            </p:nvSpPr>
            <p:spPr>
              <a:xfrm>
                <a:off x="910378026" y="564211664"/>
                <a:ext cx="335107844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7"/>
              <p:cNvSpPr/>
              <p:nvPr/>
            </p:nvSpPr>
            <p:spPr>
              <a:xfrm>
                <a:off x="527795697" y="1491464"/>
                <a:ext cx="650668621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7"/>
              <p:cNvSpPr/>
              <p:nvPr/>
            </p:nvSpPr>
            <p:spPr>
              <a:xfrm>
                <a:off x="985776493" y="0"/>
                <a:ext cx="26808625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1061176622" y="444907011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1061176622" y="282851558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1153330329" y="0"/>
                <a:ext cx="742822385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1820754390" y="153107608"/>
                <a:ext cx="284841655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4" name="Google Shape;434;p27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435" name="Google Shape;435;p27"/>
              <p:cNvSpPr/>
              <p:nvPr/>
            </p:nvSpPr>
            <p:spPr>
              <a:xfrm>
                <a:off x="41889359" y="564211664"/>
                <a:ext cx="217820096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7"/>
              <p:cNvSpPr/>
              <p:nvPr/>
            </p:nvSpPr>
            <p:spPr>
              <a:xfrm>
                <a:off x="8378576" y="1111521467"/>
                <a:ext cx="259709448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251330879" y="432976538"/>
                <a:ext cx="251330889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385375773" y="579124726"/>
                <a:ext cx="201064700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7"/>
              <p:cNvSpPr txBox="1"/>
              <p:nvPr/>
            </p:nvSpPr>
            <p:spPr>
              <a:xfrm>
                <a:off x="259709454" y="1459990983"/>
                <a:ext cx="41889358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418884784" y="1578797934"/>
                <a:ext cx="650668621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117289502" y="1403321167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0" y="1762228954"/>
                <a:ext cx="150798525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952265681" y="1524117035"/>
                <a:ext cx="335107844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569683353" y="1698102587"/>
                <a:ext cx="659045405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1027664038" y="1861649472"/>
                <a:ext cx="26808625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1103064167" y="1642924617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7"/>
              <p:cNvSpPr/>
              <p:nvPr/>
            </p:nvSpPr>
            <p:spPr>
              <a:xfrm>
                <a:off x="1103064167" y="1804980129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1203596491" y="1982445341"/>
                <a:ext cx="734445550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1871020551" y="1948145650"/>
                <a:ext cx="276463095" cy="4623038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27"/>
            <p:cNvGrpSpPr/>
            <p:nvPr/>
          </p:nvGrpSpPr>
          <p:grpSpPr>
            <a:xfrm>
              <a:off x="2027283536" y="0"/>
              <a:ext cx="120200110" cy="2144501173"/>
              <a:chOff x="0" y="0"/>
              <a:chExt cx="2147483647" cy="2147483646"/>
            </a:xfrm>
          </p:grpSpPr>
          <p:sp>
            <p:nvSpPr>
              <p:cNvPr id="451" name="Google Shape;451;p27"/>
              <p:cNvSpPr/>
              <p:nvPr/>
            </p:nvSpPr>
            <p:spPr>
              <a:xfrm>
                <a:off x="378963897" y="0"/>
                <a:ext cx="1328916538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0" y="148840556"/>
                <a:ext cx="50023637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848887341" y="482860174"/>
                <a:ext cx="601294540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530551380" y="1785587255"/>
                <a:ext cx="949946833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1298593989" y="1740786045"/>
                <a:ext cx="500239542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1101529939" y="1493538"/>
                <a:ext cx="970158411" cy="48435372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864045127" y="1526236707"/>
                <a:ext cx="601297708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242534199" y="1582487259"/>
                <a:ext cx="980264291" cy="56499631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1541134604" y="2012083540"/>
                <a:ext cx="606349042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7"/>
              <p:cNvSpPr txBox="1"/>
              <p:nvPr/>
            </p:nvSpPr>
            <p:spPr>
              <a:xfrm>
                <a:off x="1829151786" y="2068334407"/>
                <a:ext cx="75792035" cy="79149091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1" name="Google Shape;461;p27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3" name="Google Shape;463;p2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4" name="Google Shape;464;p2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5" name="Google Shape;465;p2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3" descr="\\DROBO-FS\QuickDrops\JB\PPTX NG\Droplets\LightingOverlay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33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513" name="Google Shape;513;p33"/>
            <p:cNvGrpSpPr/>
            <p:nvPr/>
          </p:nvGrpSpPr>
          <p:grpSpPr>
            <a:xfrm>
              <a:off x="0" y="0"/>
              <a:ext cx="217491840" cy="2147483646"/>
              <a:chOff x="0" y="0"/>
              <a:chExt cx="2147483647" cy="2147483646"/>
            </a:xfrm>
          </p:grpSpPr>
          <p:sp>
            <p:nvSpPr>
              <p:cNvPr id="514" name="Google Shape;514;p33"/>
              <p:cNvSpPr txBox="1"/>
              <p:nvPr/>
            </p:nvSpPr>
            <p:spPr>
              <a:xfrm>
                <a:off x="226198670" y="1491464"/>
                <a:ext cx="41889358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3"/>
              <p:cNvSpPr/>
              <p:nvPr/>
            </p:nvSpPr>
            <p:spPr>
              <a:xfrm>
                <a:off x="83778718" y="681527912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3"/>
              <p:cNvSpPr/>
              <p:nvPr/>
            </p:nvSpPr>
            <p:spPr>
              <a:xfrm>
                <a:off x="75400143" y="1259161423"/>
                <a:ext cx="335107844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33"/>
              <p:cNvSpPr/>
              <p:nvPr/>
            </p:nvSpPr>
            <p:spPr>
              <a:xfrm>
                <a:off x="376997184" y="1491464"/>
                <a:ext cx="650668621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910378026" y="564211664"/>
                <a:ext cx="335107844" cy="5915505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527795697" y="1491464"/>
                <a:ext cx="650668621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3"/>
              <p:cNvSpPr/>
              <p:nvPr/>
            </p:nvSpPr>
            <p:spPr>
              <a:xfrm>
                <a:off x="985776493" y="0"/>
                <a:ext cx="26808625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33"/>
              <p:cNvSpPr/>
              <p:nvPr/>
            </p:nvSpPr>
            <p:spPr>
              <a:xfrm>
                <a:off x="1061176622" y="444907011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33"/>
              <p:cNvSpPr/>
              <p:nvPr/>
            </p:nvSpPr>
            <p:spPr>
              <a:xfrm>
                <a:off x="1061176622" y="282851558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3"/>
              <p:cNvSpPr/>
              <p:nvPr/>
            </p:nvSpPr>
            <p:spPr>
              <a:xfrm>
                <a:off x="1153330329" y="0"/>
                <a:ext cx="742822385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3"/>
              <p:cNvSpPr/>
              <p:nvPr/>
            </p:nvSpPr>
            <p:spPr>
              <a:xfrm>
                <a:off x="1820754390" y="153107608"/>
                <a:ext cx="284841655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5" name="Google Shape;525;p33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26" name="Google Shape;526;p33"/>
              <p:cNvSpPr/>
              <p:nvPr/>
            </p:nvSpPr>
            <p:spPr>
              <a:xfrm>
                <a:off x="41889359" y="564211664"/>
                <a:ext cx="217820096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3"/>
              <p:cNvSpPr/>
              <p:nvPr/>
            </p:nvSpPr>
            <p:spPr>
              <a:xfrm>
                <a:off x="8378576" y="1111521467"/>
                <a:ext cx="259709448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251330879" y="432976538"/>
                <a:ext cx="251330889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3"/>
              <p:cNvSpPr/>
              <p:nvPr/>
            </p:nvSpPr>
            <p:spPr>
              <a:xfrm>
                <a:off x="385375773" y="579124726"/>
                <a:ext cx="201064700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3"/>
              <p:cNvSpPr txBox="1"/>
              <p:nvPr/>
            </p:nvSpPr>
            <p:spPr>
              <a:xfrm>
                <a:off x="259709454" y="1459990983"/>
                <a:ext cx="41889358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418884784" y="1578797934"/>
                <a:ext cx="650668621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3"/>
              <p:cNvSpPr/>
              <p:nvPr/>
            </p:nvSpPr>
            <p:spPr>
              <a:xfrm>
                <a:off x="117289502" y="1403321167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3"/>
              <p:cNvSpPr/>
              <p:nvPr/>
            </p:nvSpPr>
            <p:spPr>
              <a:xfrm>
                <a:off x="0" y="1762228954"/>
                <a:ext cx="150798525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952265681" y="1524117035"/>
                <a:ext cx="335107844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3"/>
              <p:cNvSpPr/>
              <p:nvPr/>
            </p:nvSpPr>
            <p:spPr>
              <a:xfrm>
                <a:off x="569683353" y="1698102587"/>
                <a:ext cx="659045405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3"/>
              <p:cNvSpPr/>
              <p:nvPr/>
            </p:nvSpPr>
            <p:spPr>
              <a:xfrm>
                <a:off x="1027664038" y="1861649472"/>
                <a:ext cx="268086259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3"/>
              <p:cNvSpPr/>
              <p:nvPr/>
            </p:nvSpPr>
            <p:spPr>
              <a:xfrm>
                <a:off x="1103064167" y="1642924617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3"/>
              <p:cNvSpPr/>
              <p:nvPr/>
            </p:nvSpPr>
            <p:spPr>
              <a:xfrm>
                <a:off x="1103064167" y="1804980129"/>
                <a:ext cx="335107844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3"/>
              <p:cNvSpPr/>
              <p:nvPr/>
            </p:nvSpPr>
            <p:spPr>
              <a:xfrm>
                <a:off x="1203596491" y="1982445341"/>
                <a:ext cx="734445550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3"/>
              <p:cNvSpPr/>
              <p:nvPr/>
            </p:nvSpPr>
            <p:spPr>
              <a:xfrm>
                <a:off x="1871020551" y="1948145650"/>
                <a:ext cx="276463095" cy="4623038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1" name="Google Shape;541;p33"/>
            <p:cNvGrpSpPr/>
            <p:nvPr/>
          </p:nvGrpSpPr>
          <p:grpSpPr>
            <a:xfrm>
              <a:off x="2027283536" y="0"/>
              <a:ext cx="120200110" cy="2144501173"/>
              <a:chOff x="0" y="0"/>
              <a:chExt cx="2147483647" cy="2147483646"/>
            </a:xfrm>
          </p:grpSpPr>
          <p:sp>
            <p:nvSpPr>
              <p:cNvPr id="542" name="Google Shape;542;p33"/>
              <p:cNvSpPr/>
              <p:nvPr/>
            </p:nvSpPr>
            <p:spPr>
              <a:xfrm>
                <a:off x="378963897" y="0"/>
                <a:ext cx="1328916538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3"/>
              <p:cNvSpPr/>
              <p:nvPr/>
            </p:nvSpPr>
            <p:spPr>
              <a:xfrm>
                <a:off x="0" y="148840556"/>
                <a:ext cx="50023637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3"/>
              <p:cNvSpPr/>
              <p:nvPr/>
            </p:nvSpPr>
            <p:spPr>
              <a:xfrm>
                <a:off x="848887341" y="482860174"/>
                <a:ext cx="601294540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3"/>
              <p:cNvSpPr/>
              <p:nvPr/>
            </p:nvSpPr>
            <p:spPr>
              <a:xfrm>
                <a:off x="530551380" y="1785587255"/>
                <a:ext cx="949946833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3"/>
              <p:cNvSpPr/>
              <p:nvPr/>
            </p:nvSpPr>
            <p:spPr>
              <a:xfrm>
                <a:off x="1298593989" y="1740786045"/>
                <a:ext cx="500239542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3"/>
              <p:cNvSpPr/>
              <p:nvPr/>
            </p:nvSpPr>
            <p:spPr>
              <a:xfrm>
                <a:off x="1101529939" y="1493538"/>
                <a:ext cx="970158411" cy="48435372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3"/>
              <p:cNvSpPr/>
              <p:nvPr/>
            </p:nvSpPr>
            <p:spPr>
              <a:xfrm>
                <a:off x="864045127" y="1526236707"/>
                <a:ext cx="601297708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3"/>
              <p:cNvSpPr/>
              <p:nvPr/>
            </p:nvSpPr>
            <p:spPr>
              <a:xfrm>
                <a:off x="242534199" y="1582487259"/>
                <a:ext cx="980264291" cy="56499631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3"/>
              <p:cNvSpPr/>
              <p:nvPr/>
            </p:nvSpPr>
            <p:spPr>
              <a:xfrm>
                <a:off x="1541134604" y="2012083540"/>
                <a:ext cx="606349042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3"/>
              <p:cNvSpPr txBox="1"/>
              <p:nvPr/>
            </p:nvSpPr>
            <p:spPr>
              <a:xfrm>
                <a:off x="1829151786" y="2068334407"/>
                <a:ext cx="75792035" cy="79149091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2" name="Google Shape;552;p3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3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4" name="Google Shape;554;p3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5" name="Google Shape;555;p3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6" name="Google Shape;556;p3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6858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0287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13716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endParaRPr sz="10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000" strike="noStrike" cap="none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47" descr="\\DROBO-FS\QuickDrops\JB\PPTX NG\Droplets\LightingOverla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6" name="Google Shape;656;p47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657" name="Google Shape;657;p47"/>
            <p:cNvGrpSpPr/>
            <p:nvPr/>
          </p:nvGrpSpPr>
          <p:grpSpPr>
            <a:xfrm>
              <a:off x="0" y="0"/>
              <a:ext cx="217491838" cy="2147483646"/>
              <a:chOff x="0" y="0"/>
              <a:chExt cx="2147483647" cy="2147483646"/>
            </a:xfrm>
          </p:grpSpPr>
          <p:sp>
            <p:nvSpPr>
              <p:cNvPr id="658" name="Google Shape;658;p47"/>
              <p:cNvSpPr txBox="1"/>
              <p:nvPr/>
            </p:nvSpPr>
            <p:spPr>
              <a:xfrm>
                <a:off x="226198672" y="1491464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47"/>
              <p:cNvSpPr/>
              <p:nvPr/>
            </p:nvSpPr>
            <p:spPr>
              <a:xfrm>
                <a:off x="83776961" y="681527912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47"/>
              <p:cNvSpPr/>
              <p:nvPr/>
            </p:nvSpPr>
            <p:spPr>
              <a:xfrm>
                <a:off x="75400144" y="1259161108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47"/>
              <p:cNvSpPr/>
              <p:nvPr/>
            </p:nvSpPr>
            <p:spPr>
              <a:xfrm>
                <a:off x="376997187" y="1491464"/>
                <a:ext cx="650668628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47"/>
              <p:cNvSpPr/>
              <p:nvPr/>
            </p:nvSpPr>
            <p:spPr>
              <a:xfrm>
                <a:off x="910376317" y="564211664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47"/>
              <p:cNvSpPr/>
              <p:nvPr/>
            </p:nvSpPr>
            <p:spPr>
              <a:xfrm>
                <a:off x="527795702" y="1491464"/>
                <a:ext cx="650668628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47"/>
              <p:cNvSpPr/>
              <p:nvPr/>
            </p:nvSpPr>
            <p:spPr>
              <a:xfrm>
                <a:off x="985776503" y="0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7"/>
              <p:cNvSpPr/>
              <p:nvPr/>
            </p:nvSpPr>
            <p:spPr>
              <a:xfrm>
                <a:off x="1061174860" y="44490701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47"/>
              <p:cNvSpPr/>
              <p:nvPr/>
            </p:nvSpPr>
            <p:spPr>
              <a:xfrm>
                <a:off x="1061174860" y="282851558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47"/>
              <p:cNvSpPr/>
              <p:nvPr/>
            </p:nvSpPr>
            <p:spPr>
              <a:xfrm>
                <a:off x="1153330341" y="0"/>
                <a:ext cx="74282239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47"/>
              <p:cNvSpPr/>
              <p:nvPr/>
            </p:nvSpPr>
            <p:spPr>
              <a:xfrm>
                <a:off x="1820752635" y="153107608"/>
                <a:ext cx="28484165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9" name="Google Shape;669;p47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47"/>
              <p:cNvSpPr/>
              <p:nvPr/>
            </p:nvSpPr>
            <p:spPr>
              <a:xfrm>
                <a:off x="41889360" y="564211664"/>
                <a:ext cx="217820098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47"/>
              <p:cNvSpPr/>
              <p:nvPr/>
            </p:nvSpPr>
            <p:spPr>
              <a:xfrm>
                <a:off x="8378576" y="1111521467"/>
                <a:ext cx="259709451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47"/>
              <p:cNvSpPr/>
              <p:nvPr/>
            </p:nvSpPr>
            <p:spPr>
              <a:xfrm>
                <a:off x="251330882" y="432976538"/>
                <a:ext cx="251330892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47"/>
              <p:cNvSpPr/>
              <p:nvPr/>
            </p:nvSpPr>
            <p:spPr>
              <a:xfrm>
                <a:off x="385374004" y="579124726"/>
                <a:ext cx="201064702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47"/>
              <p:cNvSpPr txBox="1"/>
              <p:nvPr/>
            </p:nvSpPr>
            <p:spPr>
              <a:xfrm>
                <a:off x="259709457" y="1459990668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47"/>
              <p:cNvSpPr/>
              <p:nvPr/>
            </p:nvSpPr>
            <p:spPr>
              <a:xfrm>
                <a:off x="418884788" y="1578797934"/>
                <a:ext cx="650668628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47"/>
              <p:cNvSpPr/>
              <p:nvPr/>
            </p:nvSpPr>
            <p:spPr>
              <a:xfrm>
                <a:off x="117287745" y="140332085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47"/>
              <p:cNvSpPr/>
              <p:nvPr/>
            </p:nvSpPr>
            <p:spPr>
              <a:xfrm>
                <a:off x="0" y="1762228954"/>
                <a:ext cx="150798527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47"/>
              <p:cNvSpPr/>
              <p:nvPr/>
            </p:nvSpPr>
            <p:spPr>
              <a:xfrm>
                <a:off x="952265691" y="1524116720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47"/>
              <p:cNvSpPr/>
              <p:nvPr/>
            </p:nvSpPr>
            <p:spPr>
              <a:xfrm>
                <a:off x="569683359" y="1698102587"/>
                <a:ext cx="659045412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47"/>
              <p:cNvSpPr/>
              <p:nvPr/>
            </p:nvSpPr>
            <p:spPr>
              <a:xfrm>
                <a:off x="1027664048" y="1861649472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47"/>
              <p:cNvSpPr/>
              <p:nvPr/>
            </p:nvSpPr>
            <p:spPr>
              <a:xfrm>
                <a:off x="1103064178" y="164292430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47"/>
              <p:cNvSpPr/>
              <p:nvPr/>
            </p:nvSpPr>
            <p:spPr>
              <a:xfrm>
                <a:off x="1103064178" y="1804979813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7"/>
              <p:cNvSpPr/>
              <p:nvPr/>
            </p:nvSpPr>
            <p:spPr>
              <a:xfrm>
                <a:off x="1203596503" y="1982445341"/>
                <a:ext cx="734445558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47"/>
              <p:cNvSpPr/>
              <p:nvPr/>
            </p:nvSpPr>
            <p:spPr>
              <a:xfrm>
                <a:off x="1871018798" y="1948145334"/>
                <a:ext cx="27646484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47"/>
            <p:cNvGrpSpPr/>
            <p:nvPr/>
          </p:nvGrpSpPr>
          <p:grpSpPr>
            <a:xfrm>
              <a:off x="2027283357" y="0"/>
              <a:ext cx="120200289" cy="2144501174"/>
              <a:chOff x="0" y="0"/>
              <a:chExt cx="2147483647" cy="2147483647"/>
            </a:xfrm>
          </p:grpSpPr>
          <p:sp>
            <p:nvSpPr>
              <p:cNvPr id="686" name="Google Shape;686;p47"/>
              <p:cNvSpPr/>
              <p:nvPr/>
            </p:nvSpPr>
            <p:spPr>
              <a:xfrm>
                <a:off x="378966538" y="0"/>
                <a:ext cx="1328914553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47"/>
              <p:cNvSpPr/>
              <p:nvPr/>
            </p:nvSpPr>
            <p:spPr>
              <a:xfrm>
                <a:off x="0" y="148840556"/>
                <a:ext cx="50023879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7"/>
              <p:cNvSpPr/>
              <p:nvPr/>
            </p:nvSpPr>
            <p:spPr>
              <a:xfrm>
                <a:off x="848886073" y="482860174"/>
                <a:ext cx="601296809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47"/>
              <p:cNvSpPr/>
              <p:nvPr/>
            </p:nvSpPr>
            <p:spPr>
              <a:xfrm>
                <a:off x="530553796" y="1785587254"/>
                <a:ext cx="949945414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47"/>
              <p:cNvSpPr/>
              <p:nvPr/>
            </p:nvSpPr>
            <p:spPr>
              <a:xfrm>
                <a:off x="1298595257" y="1740785728"/>
                <a:ext cx="500238794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47"/>
              <p:cNvSpPr/>
              <p:nvPr/>
            </p:nvSpPr>
            <p:spPr>
              <a:xfrm>
                <a:off x="1101531502" y="1493538"/>
                <a:ext cx="970156962" cy="48435372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47"/>
              <p:cNvSpPr/>
              <p:nvPr/>
            </p:nvSpPr>
            <p:spPr>
              <a:xfrm>
                <a:off x="864047045" y="1526236390"/>
                <a:ext cx="601296809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47"/>
              <p:cNvSpPr/>
              <p:nvPr/>
            </p:nvSpPr>
            <p:spPr>
              <a:xfrm>
                <a:off x="242537045" y="1582487258"/>
                <a:ext cx="980262827" cy="56499631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47"/>
              <p:cNvSpPr/>
              <p:nvPr/>
            </p:nvSpPr>
            <p:spPr>
              <a:xfrm>
                <a:off x="1541135510" y="2012083222"/>
                <a:ext cx="606348136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47"/>
              <p:cNvSpPr txBox="1"/>
              <p:nvPr/>
            </p:nvSpPr>
            <p:spPr>
              <a:xfrm>
                <a:off x="1829149053" y="2068334248"/>
                <a:ext cx="75795106" cy="79149398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96" name="Google Shape;696;p47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47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8" name="Google Shape;698;p47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9" name="Google Shape;699;p4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0" name="Google Shape;700;p47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53" descr="\\DROBO-FS\QuickDrops\JB\PPTX NG\Droplets\LightingOverlay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7" name="Google Shape;747;p53"/>
          <p:cNvGrpSpPr/>
          <p:nvPr/>
        </p:nvGrpSpPr>
        <p:grpSpPr>
          <a:xfrm>
            <a:off x="-14287" y="0"/>
            <a:ext cx="12053887" cy="6858000"/>
            <a:chOff x="0" y="0"/>
            <a:chExt cx="2147483647" cy="2147483646"/>
          </a:xfrm>
        </p:grpSpPr>
        <p:grpSp>
          <p:nvGrpSpPr>
            <p:cNvPr id="748" name="Google Shape;748;p53"/>
            <p:cNvGrpSpPr/>
            <p:nvPr/>
          </p:nvGrpSpPr>
          <p:grpSpPr>
            <a:xfrm>
              <a:off x="0" y="0"/>
              <a:ext cx="217491838" cy="2147483646"/>
              <a:chOff x="0" y="0"/>
              <a:chExt cx="2147483647" cy="2147483646"/>
            </a:xfrm>
          </p:grpSpPr>
          <p:sp>
            <p:nvSpPr>
              <p:cNvPr id="749" name="Google Shape;749;p53"/>
              <p:cNvSpPr txBox="1"/>
              <p:nvPr/>
            </p:nvSpPr>
            <p:spPr>
              <a:xfrm>
                <a:off x="226198672" y="1491464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53"/>
              <p:cNvSpPr/>
              <p:nvPr/>
            </p:nvSpPr>
            <p:spPr>
              <a:xfrm>
                <a:off x="83776961" y="681527912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53"/>
              <p:cNvSpPr/>
              <p:nvPr/>
            </p:nvSpPr>
            <p:spPr>
              <a:xfrm>
                <a:off x="75400144" y="1259161108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53"/>
              <p:cNvSpPr/>
              <p:nvPr/>
            </p:nvSpPr>
            <p:spPr>
              <a:xfrm>
                <a:off x="376997187" y="1491464"/>
                <a:ext cx="650668628" cy="56719427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53"/>
              <p:cNvSpPr/>
              <p:nvPr/>
            </p:nvSpPr>
            <p:spPr>
              <a:xfrm>
                <a:off x="910376317" y="564211664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53"/>
              <p:cNvSpPr/>
              <p:nvPr/>
            </p:nvSpPr>
            <p:spPr>
              <a:xfrm>
                <a:off x="527795702" y="1491464"/>
                <a:ext cx="650668628" cy="44788964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53"/>
              <p:cNvSpPr/>
              <p:nvPr/>
            </p:nvSpPr>
            <p:spPr>
              <a:xfrm>
                <a:off x="985776503" y="0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53"/>
              <p:cNvSpPr/>
              <p:nvPr/>
            </p:nvSpPr>
            <p:spPr>
              <a:xfrm>
                <a:off x="1061174860" y="44490701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53"/>
              <p:cNvSpPr/>
              <p:nvPr/>
            </p:nvSpPr>
            <p:spPr>
              <a:xfrm>
                <a:off x="1061174860" y="282851558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53"/>
              <p:cNvSpPr/>
              <p:nvPr/>
            </p:nvSpPr>
            <p:spPr>
              <a:xfrm>
                <a:off x="1153330341" y="0"/>
                <a:ext cx="742822393" cy="1650380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53"/>
              <p:cNvSpPr/>
              <p:nvPr/>
            </p:nvSpPr>
            <p:spPr>
              <a:xfrm>
                <a:off x="1820752635" y="153107608"/>
                <a:ext cx="28484165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0" name="Google Shape;760;p53"/>
              <p:cNvCxnSpPr/>
              <p:nvPr/>
            </p:nvCxnSpPr>
            <p:spPr>
              <a:xfrm>
                <a:off x="16755392" y="298261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61" name="Google Shape;761;p53"/>
              <p:cNvSpPr/>
              <p:nvPr/>
            </p:nvSpPr>
            <p:spPr>
              <a:xfrm>
                <a:off x="41889360" y="564211664"/>
                <a:ext cx="217820098" cy="397682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53"/>
              <p:cNvSpPr/>
              <p:nvPr/>
            </p:nvSpPr>
            <p:spPr>
              <a:xfrm>
                <a:off x="8378576" y="1111521467"/>
                <a:ext cx="259709451" cy="15062225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53"/>
              <p:cNvSpPr/>
              <p:nvPr/>
            </p:nvSpPr>
            <p:spPr>
              <a:xfrm>
                <a:off x="251330882" y="432976538"/>
                <a:ext cx="251330892" cy="1491307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53"/>
              <p:cNvSpPr/>
              <p:nvPr/>
            </p:nvSpPr>
            <p:spPr>
              <a:xfrm>
                <a:off x="385374004" y="579124726"/>
                <a:ext cx="201064702" cy="3380298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53"/>
              <p:cNvSpPr txBox="1"/>
              <p:nvPr/>
            </p:nvSpPr>
            <p:spPr>
              <a:xfrm>
                <a:off x="259709457" y="1459990668"/>
                <a:ext cx="41889359" cy="683019029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53"/>
              <p:cNvSpPr/>
              <p:nvPr/>
            </p:nvSpPr>
            <p:spPr>
              <a:xfrm>
                <a:off x="418884788" y="1578797934"/>
                <a:ext cx="650668628" cy="564211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53"/>
              <p:cNvSpPr/>
              <p:nvPr/>
            </p:nvSpPr>
            <p:spPr>
              <a:xfrm>
                <a:off x="117287745" y="140332085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53"/>
              <p:cNvSpPr/>
              <p:nvPr/>
            </p:nvSpPr>
            <p:spPr>
              <a:xfrm>
                <a:off x="0" y="1762228954"/>
                <a:ext cx="150798527" cy="38078063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53"/>
              <p:cNvSpPr/>
              <p:nvPr/>
            </p:nvSpPr>
            <p:spPr>
              <a:xfrm>
                <a:off x="952265691" y="1524116720"/>
                <a:ext cx="335107847" cy="5915536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53"/>
              <p:cNvSpPr/>
              <p:nvPr/>
            </p:nvSpPr>
            <p:spPr>
              <a:xfrm>
                <a:off x="569683359" y="1698102587"/>
                <a:ext cx="659045412" cy="44639816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53"/>
              <p:cNvSpPr/>
              <p:nvPr/>
            </p:nvSpPr>
            <p:spPr>
              <a:xfrm>
                <a:off x="1027664048" y="1861649472"/>
                <a:ext cx="268086262" cy="28583417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53"/>
              <p:cNvSpPr/>
              <p:nvPr/>
            </p:nvSpPr>
            <p:spPr>
              <a:xfrm>
                <a:off x="1103064178" y="1642924301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53"/>
              <p:cNvSpPr/>
              <p:nvPr/>
            </p:nvSpPr>
            <p:spPr>
              <a:xfrm>
                <a:off x="1103064178" y="1804979813"/>
                <a:ext cx="335107847" cy="5965231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53"/>
              <p:cNvSpPr/>
              <p:nvPr/>
            </p:nvSpPr>
            <p:spPr>
              <a:xfrm>
                <a:off x="1203596503" y="1982445341"/>
                <a:ext cx="734445558" cy="16205545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53"/>
              <p:cNvSpPr/>
              <p:nvPr/>
            </p:nvSpPr>
            <p:spPr>
              <a:xfrm>
                <a:off x="1871018798" y="1948145334"/>
                <a:ext cx="276464848" cy="4623070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6" name="Google Shape;776;p53"/>
            <p:cNvGrpSpPr/>
            <p:nvPr/>
          </p:nvGrpSpPr>
          <p:grpSpPr>
            <a:xfrm>
              <a:off x="2027283357" y="0"/>
              <a:ext cx="120200289" cy="2144501174"/>
              <a:chOff x="0" y="0"/>
              <a:chExt cx="2147483647" cy="2147483647"/>
            </a:xfrm>
          </p:grpSpPr>
          <p:sp>
            <p:nvSpPr>
              <p:cNvPr id="777" name="Google Shape;777;p53"/>
              <p:cNvSpPr/>
              <p:nvPr/>
            </p:nvSpPr>
            <p:spPr>
              <a:xfrm>
                <a:off x="378966538" y="0"/>
                <a:ext cx="1328914553" cy="1607876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53"/>
              <p:cNvSpPr/>
              <p:nvPr/>
            </p:nvSpPr>
            <p:spPr>
              <a:xfrm>
                <a:off x="0" y="148840556"/>
                <a:ext cx="500238794" cy="477882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53"/>
              <p:cNvSpPr/>
              <p:nvPr/>
            </p:nvSpPr>
            <p:spPr>
              <a:xfrm>
                <a:off x="848886073" y="482860174"/>
                <a:ext cx="601296809" cy="59735279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53"/>
              <p:cNvSpPr/>
              <p:nvPr/>
            </p:nvSpPr>
            <p:spPr>
              <a:xfrm>
                <a:off x="530553796" y="1785587254"/>
                <a:ext cx="949945414" cy="361896391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53"/>
              <p:cNvSpPr/>
              <p:nvPr/>
            </p:nvSpPr>
            <p:spPr>
              <a:xfrm>
                <a:off x="1298595257" y="1740785728"/>
                <a:ext cx="500238794" cy="4878381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53"/>
              <p:cNvSpPr/>
              <p:nvPr/>
            </p:nvSpPr>
            <p:spPr>
              <a:xfrm>
                <a:off x="1101531502" y="1493538"/>
                <a:ext cx="970156962" cy="48435372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53"/>
              <p:cNvSpPr/>
              <p:nvPr/>
            </p:nvSpPr>
            <p:spPr>
              <a:xfrm>
                <a:off x="864047045" y="1526236390"/>
                <a:ext cx="601296809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53"/>
              <p:cNvSpPr/>
              <p:nvPr/>
            </p:nvSpPr>
            <p:spPr>
              <a:xfrm>
                <a:off x="242537045" y="1582487258"/>
                <a:ext cx="980262827" cy="564996314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53"/>
              <p:cNvSpPr/>
              <p:nvPr/>
            </p:nvSpPr>
            <p:spPr>
              <a:xfrm>
                <a:off x="1541135510" y="2012083222"/>
                <a:ext cx="606348136" cy="5923764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53"/>
              <p:cNvSpPr txBox="1"/>
              <p:nvPr/>
            </p:nvSpPr>
            <p:spPr>
              <a:xfrm>
                <a:off x="1829149053" y="2068334248"/>
                <a:ext cx="75795106" cy="79149398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87" name="Google Shape;787;p5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8" name="Google Shape;788;p5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53"/>
          <p:cNvSpPr txBox="1">
            <a:spLocks noGrp="1"/>
          </p:cNvSpPr>
          <p:nvPr>
            <p:ph type="dt" idx="10"/>
          </p:nvPr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5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1" name="Google Shape;791;p53"/>
          <p:cNvSpPr txBox="1">
            <a:spLocks noGrp="1"/>
          </p:cNvSpPr>
          <p:nvPr>
            <p:ph type="sldNum" idx="12"/>
          </p:nvPr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 strike="noStrike" cap="none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400" strike="noStrike" cap="none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7"/>
          <p:cNvSpPr txBox="1">
            <a:spLocks noGrp="1"/>
          </p:cNvSpPr>
          <p:nvPr>
            <p:ph type="ctrTitle"/>
          </p:nvPr>
        </p:nvSpPr>
        <p:spPr>
          <a:xfrm>
            <a:off x="1876425" y="1122362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2</a:t>
            </a:r>
            <a:br>
              <a:rPr lang="en-US" sz="4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VHDL</a:t>
            </a:r>
            <a:endParaRPr/>
          </a:p>
        </p:txBody>
      </p:sp>
      <p:sp>
        <p:nvSpPr>
          <p:cNvPr id="894" name="Google Shape;894;p67"/>
          <p:cNvSpPr txBox="1">
            <a:spLocks noGrp="1"/>
          </p:cNvSpPr>
          <p:nvPr>
            <p:ph type="subTitle" idx="1"/>
          </p:nvPr>
        </p:nvSpPr>
        <p:spPr>
          <a:xfrm>
            <a:off x="3617912" y="5791200"/>
            <a:ext cx="705008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EXERTED FROM DR. ADNAN SHAOUT- </a:t>
            </a:r>
            <a:r>
              <a:rPr lang="en-US" sz="13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MICHIGAN-DEARBORN</a:t>
            </a:r>
            <a:endParaRPr/>
          </a:p>
        </p:txBody>
      </p:sp>
      <p:sp>
        <p:nvSpPr>
          <p:cNvPr id="895" name="Google Shape;895;p67"/>
          <p:cNvSpPr txBox="1"/>
          <p:nvPr/>
        </p:nvSpPr>
        <p:spPr>
          <a:xfrm>
            <a:off x="8763000" y="200025"/>
            <a:ext cx="31242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ENGINEERING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CAIRO UNIVERSITY</a:t>
            </a:r>
            <a:endParaRPr/>
          </a:p>
        </p:txBody>
      </p:sp>
      <p:sp>
        <p:nvSpPr>
          <p:cNvPr id="896" name="Google Shape;896;p67"/>
          <p:cNvSpPr txBox="1"/>
          <p:nvPr/>
        </p:nvSpPr>
        <p:spPr>
          <a:xfrm>
            <a:off x="3424237" y="3616325"/>
            <a:ext cx="64008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CMPN301: COMPUTER ARCHITECTURE COURSE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68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learned last time</a:t>
            </a:r>
            <a:endParaRPr/>
          </a:p>
        </p:txBody>
      </p:sp>
      <p:sp>
        <p:nvSpPr>
          <p:cNvPr id="902" name="Google Shape;902;p68"/>
          <p:cNvSpPr txBox="1">
            <a:spLocks noGrp="1"/>
          </p:cNvSpPr>
          <p:nvPr>
            <p:ph type="body" idx="1"/>
          </p:nvPr>
        </p:nvSpPr>
        <p:spPr>
          <a:xfrm>
            <a:off x="990600" y="1905000"/>
            <a:ext cx="106680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How to create Entity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How to implement Architecture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What different modeling could be used (Dataflow , behavioral, structural)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Code is Concurrent not sequential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“WHEN … ELSE” statement is concurrent only 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Signals are wires 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Different data types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How to reuse previously created entity (component instantiation a.k.a port mapping)</a:t>
            </a:r>
            <a:endParaRPr/>
          </a:p>
        </p:txBody>
      </p:sp>
      <p:sp>
        <p:nvSpPr>
          <p:cNvPr id="903" name="Google Shape;903;p68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04" name="Google Shape;904;p68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05" name="Google Shape;905;p68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9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911" name="Google Shape;911;p69"/>
          <p:cNvSpPr txBox="1">
            <a:spLocks noGrp="1"/>
          </p:cNvSpPr>
          <p:nvPr>
            <p:ph type="body" idx="1"/>
          </p:nvPr>
        </p:nvSpPr>
        <p:spPr>
          <a:xfrm>
            <a:off x="1141412" y="1905000"/>
            <a:ext cx="9218612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Review Conditional Concurrent statements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Others Keyword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Generic entities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For-Generate and if-Generate</a:t>
            </a:r>
            <a:endParaRPr/>
          </a:p>
        </p:txBody>
      </p:sp>
      <p:sp>
        <p:nvSpPr>
          <p:cNvPr id="912" name="Google Shape;912;p69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13" name="Google Shape;913;p69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14" name="Google Shape;914;p69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0"/>
          <p:cNvSpPr txBox="1">
            <a:spLocks noGrp="1"/>
          </p:cNvSpPr>
          <p:nvPr>
            <p:ph type="title"/>
          </p:nvPr>
        </p:nvSpPr>
        <p:spPr>
          <a:xfrm>
            <a:off x="1143000" y="846137"/>
            <a:ext cx="7429500" cy="110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Remember Mux4x1</a:t>
            </a:r>
            <a:endParaRPr/>
          </a:p>
        </p:txBody>
      </p:sp>
      <p:sp>
        <p:nvSpPr>
          <p:cNvPr id="920" name="Google Shape;920;p70"/>
          <p:cNvSpPr txBox="1">
            <a:spLocks noGrp="1"/>
          </p:cNvSpPr>
          <p:nvPr>
            <p:ph type="body" idx="1"/>
          </p:nvPr>
        </p:nvSpPr>
        <p:spPr>
          <a:xfrm>
            <a:off x="1143000" y="1955800"/>
            <a:ext cx="8666162" cy="32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lang="en-US" sz="3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mux </a:t>
            </a:r>
            <a:r>
              <a:rPr lang="en-US" sz="3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3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3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in0,in1,in2,in3: IN std_logic;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sel : IN std_logic_vector (1 DOWNTO 0);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out1: OUT std_logic);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3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3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mux4;</a:t>
            </a:r>
            <a:endParaRPr sz="2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endParaRPr sz="3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0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Architecture course</a:t>
            </a:r>
            <a:endParaRPr/>
          </a:p>
        </p:txBody>
      </p:sp>
      <p:sp>
        <p:nvSpPr>
          <p:cNvPr id="922" name="Google Shape;922;p70"/>
          <p:cNvSpPr txBox="1"/>
          <p:nvPr/>
        </p:nvSpPr>
        <p:spPr>
          <a:xfrm>
            <a:off x="2379662" y="5270500"/>
            <a:ext cx="467995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923" name="Google Shape;923;p70"/>
          <p:cNvSpPr txBox="1"/>
          <p:nvPr/>
        </p:nvSpPr>
        <p:spPr>
          <a:xfrm>
            <a:off x="9231312" y="5268912"/>
            <a:ext cx="57785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pic>
        <p:nvPicPr>
          <p:cNvPr id="924" name="Google Shape;92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9200" y="1731962"/>
            <a:ext cx="2395537" cy="36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1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… ELSE / With … Sel</a:t>
            </a:r>
            <a:endParaRPr/>
          </a:p>
        </p:txBody>
      </p:sp>
      <p:sp>
        <p:nvSpPr>
          <p:cNvPr id="930" name="Google Shape;930;p71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31" name="Google Shape;931;p71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32" name="Google Shape;932;p71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933" name="Google Shape;933;p71"/>
          <p:cNvSpPr txBox="1"/>
          <p:nvPr/>
        </p:nvSpPr>
        <p:spPr>
          <a:xfrm>
            <a:off x="1065212" y="1600200"/>
            <a:ext cx="5029200" cy="4800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a_mux </a:t>
            </a: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out1 &lt;=      in0 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sel = “00”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in1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sel = “01”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 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in2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sel =“10”</a:t>
            </a:r>
            <a:b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in3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a_mux;</a:t>
            </a:r>
            <a:endParaRPr/>
          </a:p>
        </p:txBody>
      </p:sp>
      <p:sp>
        <p:nvSpPr>
          <p:cNvPr id="934" name="Google Shape;934;p71"/>
          <p:cNvSpPr txBox="1"/>
          <p:nvPr/>
        </p:nvSpPr>
        <p:spPr>
          <a:xfrm>
            <a:off x="6248400" y="1600200"/>
            <a:ext cx="5029200" cy="4800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b_mux </a:t>
            </a: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sel </a:t>
            </a: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out1 &lt;=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in0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"00",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in1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"01",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in2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"10",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in3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"11"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b_mux;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2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… ELSE / With … Sel</a:t>
            </a:r>
            <a:endParaRPr/>
          </a:p>
        </p:txBody>
      </p:sp>
      <p:sp>
        <p:nvSpPr>
          <p:cNvPr id="940" name="Google Shape;940;p72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41" name="Google Shape;941;p72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42" name="Google Shape;942;p72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943" name="Google Shape;943;p72"/>
          <p:cNvSpPr txBox="1"/>
          <p:nvPr/>
        </p:nvSpPr>
        <p:spPr>
          <a:xfrm>
            <a:off x="2197100" y="1600200"/>
            <a:ext cx="3986212" cy="50339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72"/>
          <p:cNvSpPr txBox="1"/>
          <p:nvPr/>
        </p:nvSpPr>
        <p:spPr>
          <a:xfrm>
            <a:off x="6399212" y="1600200"/>
            <a:ext cx="3984625" cy="50339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5" name="Google Shape;94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137" y="1676400"/>
            <a:ext cx="3852862" cy="48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9537" y="1639887"/>
            <a:ext cx="3881437" cy="4852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… ELSE / With … Sel</a:t>
            </a:r>
            <a:endParaRPr/>
          </a:p>
        </p:txBody>
      </p:sp>
      <p:sp>
        <p:nvSpPr>
          <p:cNvPr id="952" name="Google Shape;952;p7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we missed a case ?!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73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54" name="Google Shape;954;p73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55" name="Google Shape;955;p73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sp>
        <p:nvSpPr>
          <p:cNvPr id="956" name="Google Shape;956;p73"/>
          <p:cNvSpPr txBox="1"/>
          <p:nvPr/>
        </p:nvSpPr>
        <p:spPr>
          <a:xfrm>
            <a:off x="1752600" y="2935287"/>
            <a:ext cx="8077200" cy="8302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&lt;= a when Sel = “00”;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-- what is the Value of F if Sel is not 00 ?!!!!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4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… ELSE / With … Sel</a:t>
            </a:r>
            <a:endParaRPr/>
          </a:p>
        </p:txBody>
      </p:sp>
      <p:sp>
        <p:nvSpPr>
          <p:cNvPr id="962" name="Google Shape;962;p74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we missed a case ?!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latch will be formed to save previous value</a:t>
            </a:r>
            <a:endParaRPr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74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64" name="Google Shape;964;p74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65" name="Google Shape;965;p74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  <p:pic>
        <p:nvPicPr>
          <p:cNvPr id="966" name="Google Shape;96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8100" y="4630737"/>
            <a:ext cx="3886200" cy="1846262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4"/>
          <p:cNvSpPr txBox="1"/>
          <p:nvPr/>
        </p:nvSpPr>
        <p:spPr>
          <a:xfrm>
            <a:off x="1752600" y="2935287"/>
            <a:ext cx="8077200" cy="8302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&lt;= a when Sel = “00”;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-- what is the Value of F if Sel is not 00 ?!!!!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5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973" name="Google Shape;973;p75"/>
          <p:cNvSpPr txBox="1">
            <a:spLocks noGrp="1"/>
          </p:cNvSpPr>
          <p:nvPr>
            <p:ph type="body" idx="1"/>
          </p:nvPr>
        </p:nvSpPr>
        <p:spPr>
          <a:xfrm>
            <a:off x="1141412" y="1905000"/>
            <a:ext cx="9218612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B050"/>
                </a:solidFill>
                <a:latin typeface="Questrial"/>
                <a:ea typeface="Questrial"/>
                <a:cs typeface="Questrial"/>
                <a:sym typeface="Questrial"/>
              </a:rPr>
              <a:t>Review Conditional Concurrent statements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Others Keyword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Generic entities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For-Generate and if-Generate</a:t>
            </a:r>
            <a:endParaRPr/>
          </a:p>
        </p:txBody>
      </p:sp>
      <p:sp>
        <p:nvSpPr>
          <p:cNvPr id="974" name="Google Shape;974;p75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75" name="Google Shape;975;p75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76" name="Google Shape;976;p75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6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“OTHERS” Keyword</a:t>
            </a:r>
            <a:endParaRPr/>
          </a:p>
        </p:txBody>
      </p:sp>
      <p:sp>
        <p:nvSpPr>
          <p:cNvPr id="982" name="Google Shape;982;p76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“OTHERS” Whenever you want to: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 bus to  several zeros or several 1s but you don’t want to write it.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set F to 32 zero</a:t>
            </a:r>
            <a:endParaRPr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76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84" name="Google Shape;984;p76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85" name="Google Shape;985;p76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  <p:sp>
        <p:nvSpPr>
          <p:cNvPr id="986" name="Google Shape;986;p76"/>
          <p:cNvSpPr txBox="1"/>
          <p:nvPr/>
        </p:nvSpPr>
        <p:spPr>
          <a:xfrm>
            <a:off x="2055812" y="4114800"/>
            <a:ext cx="8077200" cy="12001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&lt;= “00000000000000000000000000000000”;</a:t>
            </a:r>
            <a:endParaRPr sz="24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&lt;= x“00000000”;      </a:t>
            </a:r>
            <a:r>
              <a:rPr lang="en-US" sz="2400" b="1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-- hexdecimal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F&lt;= (Others =&gt; ‘0’);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7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“OTHERS” Keyword</a:t>
            </a:r>
            <a:endParaRPr/>
          </a:p>
        </p:txBody>
      </p:sp>
      <p:sp>
        <p:nvSpPr>
          <p:cNvPr id="992" name="Google Shape;992;p77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“OTHERS” Whenever you want to:</a:t>
            </a:r>
            <a:endParaRPr dirty="0"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 bus to  several zeros or several 1s but you don’t want to write it.</a:t>
            </a:r>
            <a:endParaRPr dirty="0"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 certain bit to value and others zero</a:t>
            </a:r>
            <a:endParaRPr dirty="0"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994" name="Google Shape;994;p77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995" name="Google Shape;995;p77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996" name="Google Shape;996;p77"/>
          <p:cNvSpPr txBox="1"/>
          <p:nvPr/>
        </p:nvSpPr>
        <p:spPr>
          <a:xfrm>
            <a:off x="2055812" y="4495800"/>
            <a:ext cx="8077200" cy="12001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&lt;= “00000000000000000000000010000000”;</a:t>
            </a:r>
            <a:endParaRPr sz="24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&lt;= x“00000080”;      </a:t>
            </a:r>
            <a:r>
              <a:rPr lang="en-US" sz="2400" b="1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-- </a:t>
            </a:r>
            <a:r>
              <a:rPr lang="en-US" sz="2400" b="1" i="0" u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hexdecimal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F&lt;= </a:t>
            </a:r>
            <a:r>
              <a:rPr lang="en-US" sz="2400" b="1" i="0" u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(7=&gt;‘</a:t>
            </a:r>
            <a:r>
              <a:rPr lang="en-US" sz="24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1’, Others =&gt; ‘0’);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8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“OTHERS” Keyword</a:t>
            </a:r>
            <a:endParaRPr/>
          </a:p>
        </p:txBody>
      </p:sp>
      <p:sp>
        <p:nvSpPr>
          <p:cNvPr id="1002" name="Google Shape;1002;p78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“OTHERS” Whenever you want to:</a:t>
            </a:r>
            <a:endParaRPr dirty="0"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 bus to  several zeros or several 1s but you don’t want to write it.</a:t>
            </a:r>
            <a:endParaRPr dirty="0"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 certain bit to value and others zero</a:t>
            </a:r>
            <a:endParaRPr dirty="0"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Case in Switch Cases</a:t>
            </a:r>
            <a:endParaRPr dirty="0"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3" name="Google Shape;1003;p78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04" name="Google Shape;1004;p78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05" name="Google Shape;1005;p78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sp>
        <p:nvSpPr>
          <p:cNvPr id="1006" name="Google Shape;1006;p78"/>
          <p:cNvSpPr txBox="1"/>
          <p:nvPr/>
        </p:nvSpPr>
        <p:spPr>
          <a:xfrm>
            <a:off x="2055812" y="4835525"/>
            <a:ext cx="8077200" cy="12001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&lt;= a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“0010”,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b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others;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9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012" name="Google Shape;1012;p79"/>
          <p:cNvSpPr txBox="1">
            <a:spLocks noGrp="1"/>
          </p:cNvSpPr>
          <p:nvPr>
            <p:ph type="body" idx="1"/>
          </p:nvPr>
        </p:nvSpPr>
        <p:spPr>
          <a:xfrm>
            <a:off x="1141412" y="1905000"/>
            <a:ext cx="9218612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B050"/>
                </a:solidFill>
                <a:latin typeface="Questrial"/>
                <a:ea typeface="Questrial"/>
                <a:cs typeface="Questrial"/>
                <a:sym typeface="Questrial"/>
              </a:rPr>
              <a:t>Review Conditional Concurrent statements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33CC33"/>
                </a:solidFill>
                <a:latin typeface="Questrial"/>
                <a:ea typeface="Questrial"/>
                <a:cs typeface="Questrial"/>
                <a:sym typeface="Questrial"/>
              </a:rPr>
              <a:t>Others Keyword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Generic entities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Learn about For-Generate and if-Generate </a:t>
            </a:r>
            <a:endParaRPr/>
          </a:p>
        </p:txBody>
      </p:sp>
      <p:sp>
        <p:nvSpPr>
          <p:cNvPr id="1013" name="Google Shape;1013;p79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14" name="Google Shape;1014;p79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15" name="Google Shape;1015;p79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0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build a full adder ☺</a:t>
            </a:r>
            <a:endParaRPr/>
          </a:p>
        </p:txBody>
      </p:sp>
      <p:sp>
        <p:nvSpPr>
          <p:cNvPr id="1021" name="Google Shape;1021;p80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22" name="Google Shape;1022;p80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23" name="Google Shape;1023;p80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  <p:pic>
        <p:nvPicPr>
          <p:cNvPr id="1024" name="Google Shape;1024;p8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30825" y="2057400"/>
            <a:ext cx="6861175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1"/>
          <p:cNvSpPr txBox="1">
            <a:spLocks noGrp="1"/>
          </p:cNvSpPr>
          <p:nvPr>
            <p:ph type="title"/>
          </p:nvPr>
        </p:nvSpPr>
        <p:spPr>
          <a:xfrm>
            <a:off x="755650" y="468312"/>
            <a:ext cx="9906000" cy="147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1bit-adder example</a:t>
            </a:r>
            <a:endParaRPr/>
          </a:p>
        </p:txBody>
      </p:sp>
      <p:sp>
        <p:nvSpPr>
          <p:cNvPr id="1030" name="Google Shape;1030;p81"/>
          <p:cNvSpPr txBox="1">
            <a:spLocks noGrp="1"/>
          </p:cNvSpPr>
          <p:nvPr>
            <p:ph type="body" idx="1"/>
          </p:nvPr>
        </p:nvSpPr>
        <p:spPr>
          <a:xfrm>
            <a:off x="2057400" y="1657350"/>
            <a:ext cx="7543800" cy="47434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    </a:t>
            </a:r>
            <a:r>
              <a:rPr lang="en-US" sz="2400" b="0" i="0" u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-- single bit 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a,b,cin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IN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s,cout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OUT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 </a:t>
            </a:r>
            <a:b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a_my_adder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s &lt;= a XOR b XOR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&lt;= (a AND b) or (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(a XOR b));</a:t>
            </a:r>
            <a:endParaRPr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a_my_adder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81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32" name="Google Shape;1032;p81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33" name="Google Shape;1033;p81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2"/>
          <p:cNvSpPr txBox="1">
            <a:spLocks noGrp="1"/>
          </p:cNvSpPr>
          <p:nvPr>
            <p:ph type="title"/>
          </p:nvPr>
        </p:nvSpPr>
        <p:spPr>
          <a:xfrm>
            <a:off x="1981200" y="2209800"/>
            <a:ext cx="7620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how to build 4-bits</a:t>
            </a:r>
            <a:b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adder from 1-bit full adder?</a:t>
            </a:r>
            <a:endParaRPr/>
          </a:p>
        </p:txBody>
      </p:sp>
      <p:sp>
        <p:nvSpPr>
          <p:cNvPr id="1039" name="Google Shape;1039;p82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40" name="Google Shape;1040;p82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41" name="Google Shape;1041;p82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Carry-Propagate Adder</a:t>
            </a:r>
            <a:endParaRPr/>
          </a:p>
        </p:txBody>
      </p:sp>
      <p:sp>
        <p:nvSpPr>
          <p:cNvPr id="1047" name="Google Shape;1047;p83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48" name="Google Shape;1048;p83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49" name="Google Shape;1049;p83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  <p:pic>
        <p:nvPicPr>
          <p:cNvPr id="1050" name="Google Shape;1050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4475" y="2097087"/>
            <a:ext cx="8761412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4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Bit-full Adder</a:t>
            </a:r>
            <a:endParaRPr/>
          </a:p>
        </p:txBody>
      </p:sp>
      <p:sp>
        <p:nvSpPr>
          <p:cNvPr id="1056" name="Google Shape;1056;p84"/>
          <p:cNvSpPr txBox="1">
            <a:spLocks noGrp="1"/>
          </p:cNvSpPr>
          <p:nvPr>
            <p:ph type="body" idx="1"/>
          </p:nvPr>
        </p:nvSpPr>
        <p:spPr>
          <a:xfrm>
            <a:off x="1141412" y="1589087"/>
            <a:ext cx="990600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57" name="Google Shape;1057;p84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58" name="Google Shape;1058;p84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59" name="Google Shape;1059;p84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/>
          </a:p>
        </p:txBody>
      </p:sp>
      <p:sp>
        <p:nvSpPr>
          <p:cNvPr id="1060" name="Google Shape;1060;p84"/>
          <p:cNvSpPr txBox="1"/>
          <p:nvPr/>
        </p:nvSpPr>
        <p:spPr>
          <a:xfrm>
            <a:off x="1524000" y="1752600"/>
            <a:ext cx="8077200" cy="304641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 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 </a:t>
            </a: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(a, b : IN std_logic_vector(3 DOWNTO 0) 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cin : IN std_logic;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s : OUT std_logic_vector(3 DOWNTO 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cout : OUT std_logic);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my_nadder;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5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8 Bit-full Adder</a:t>
            </a:r>
            <a:endParaRPr/>
          </a:p>
        </p:txBody>
      </p:sp>
      <p:sp>
        <p:nvSpPr>
          <p:cNvPr id="1066" name="Google Shape;1066;p85"/>
          <p:cNvSpPr txBox="1">
            <a:spLocks noGrp="1"/>
          </p:cNvSpPr>
          <p:nvPr>
            <p:ph type="body" idx="1"/>
          </p:nvPr>
        </p:nvSpPr>
        <p:spPr>
          <a:xfrm>
            <a:off x="1368425" y="342900"/>
            <a:ext cx="9451975" cy="6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a_my_nadder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COMPONENT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PORT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a,b,cin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IN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s,cout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OUT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END COMPONENT;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SIGNAL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 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std_logic_vector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DOWNTO 0);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 sz="1600"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Temp(0) &lt;= </a:t>
            </a:r>
            <a:r>
              <a:rPr lang="en-US" sz="14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400"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f0: </a:t>
            </a:r>
            <a:r>
              <a:rPr lang="en-US" sz="18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(a(0),b(0),temp(0),s(0),temp(1));</a:t>
            </a:r>
            <a:endParaRPr sz="18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f1: </a:t>
            </a:r>
            <a:r>
              <a:rPr lang="en-US" sz="18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(a(1),b(1),temp(1),s(1),temp(2));</a:t>
            </a:r>
            <a:endParaRPr sz="18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f2: </a:t>
            </a:r>
            <a:r>
              <a:rPr lang="en-US" sz="18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(a(2),b(2), temp(2),s(2),temp(3));</a:t>
            </a:r>
            <a:endParaRPr sz="18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f3: </a:t>
            </a:r>
            <a:r>
              <a:rPr lang="en-US" sz="18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8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(a(3),b(3), temp(3),s(3),temp(4));</a:t>
            </a:r>
            <a:endParaRPr sz="1400"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r>
              <a:rPr lang="en-US" sz="18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</a:t>
            </a:r>
            <a:r>
              <a:rPr lang="en-US" sz="18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temp(4);</a:t>
            </a:r>
            <a:endParaRPr sz="14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050" b="1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END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050" b="0" i="0" u="none" dirty="0" err="1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a_my_nadder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;</a:t>
            </a: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120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67" name="Google Shape;1067;p85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68" name="Google Shape;1068;p85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1069" name="Google Shape;1069;p85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6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Specific to Generic entities</a:t>
            </a:r>
            <a:endParaRPr/>
          </a:p>
        </p:txBody>
      </p:sp>
      <p:sp>
        <p:nvSpPr>
          <p:cNvPr id="1075" name="Google Shape;1075;p86"/>
          <p:cNvSpPr txBox="1">
            <a:spLocks noGrp="1"/>
          </p:cNvSpPr>
          <p:nvPr>
            <p:ph type="body" idx="1"/>
          </p:nvPr>
        </p:nvSpPr>
        <p:spPr>
          <a:xfrm>
            <a:off x="1141412" y="1589087"/>
            <a:ext cx="990600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76" name="Google Shape;1076;p86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77" name="Google Shape;1077;p86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78" name="Google Shape;1078;p86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  <p:sp>
        <p:nvSpPr>
          <p:cNvPr id="1079" name="Google Shape;1079;p86"/>
          <p:cNvSpPr txBox="1"/>
          <p:nvPr/>
        </p:nvSpPr>
        <p:spPr>
          <a:xfrm>
            <a:off x="1524000" y="1752600"/>
            <a:ext cx="8077200" cy="304641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(a, b : IN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std_logic_vector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 DOWNTO 0) 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IN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s : OUT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std_logic_vector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 DOWNTO 0);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OUT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</p:txBody>
      </p:sp>
      <p:sp>
        <p:nvSpPr>
          <p:cNvPr id="1080" name="Google Shape;1080;p86"/>
          <p:cNvSpPr txBox="1"/>
          <p:nvPr/>
        </p:nvSpPr>
        <p:spPr>
          <a:xfrm>
            <a:off x="1905000" y="4606925"/>
            <a:ext cx="7620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Questrial"/>
              <a:buNone/>
            </a:pPr>
            <a:r>
              <a:rPr lang="en-US" sz="27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Now how can we change 8-bits</a:t>
            </a:r>
            <a:br>
              <a:rPr lang="en-US" sz="27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n-US" sz="27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full adder to generic n-bit full adder?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7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Specific to Generic entities</a:t>
            </a:r>
            <a:endParaRPr/>
          </a:p>
        </p:txBody>
      </p:sp>
      <p:sp>
        <p:nvSpPr>
          <p:cNvPr id="1086" name="Google Shape;1086;p87"/>
          <p:cNvSpPr txBox="1">
            <a:spLocks noGrp="1"/>
          </p:cNvSpPr>
          <p:nvPr>
            <p:ph type="body" idx="1"/>
          </p:nvPr>
        </p:nvSpPr>
        <p:spPr>
          <a:xfrm>
            <a:off x="1141412" y="1589087"/>
            <a:ext cx="990600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87" name="Google Shape;1087;p87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088" name="Google Shape;1088;p87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089" name="Google Shape;1089;p87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  <p:sp>
        <p:nvSpPr>
          <p:cNvPr id="1090" name="Google Shape;1090;p87"/>
          <p:cNvSpPr txBox="1"/>
          <p:nvPr/>
        </p:nvSpPr>
        <p:spPr>
          <a:xfrm>
            <a:off x="1524000" y="1752600"/>
            <a:ext cx="8077200" cy="304641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 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 </a:t>
            </a: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(a, b : IN std_logic_vector(n-1 DOWNTO 0) 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cin : IN std_logic;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s : OUT std_logic_vector(n-1 DOWNTO 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cout : OUT std_logic);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my_nadder;</a:t>
            </a:r>
            <a:endParaRPr/>
          </a:p>
        </p:txBody>
      </p:sp>
      <p:cxnSp>
        <p:nvCxnSpPr>
          <p:cNvPr id="1091" name="Google Shape;1091;p87"/>
          <p:cNvCxnSpPr/>
          <p:nvPr/>
        </p:nvCxnSpPr>
        <p:spPr>
          <a:xfrm rot="10800000">
            <a:off x="6246812" y="3563937"/>
            <a:ext cx="3049587" cy="14970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092" name="Google Shape;1092;p87"/>
          <p:cNvSpPr txBox="1"/>
          <p:nvPr/>
        </p:nvSpPr>
        <p:spPr>
          <a:xfrm>
            <a:off x="7772400" y="5060950"/>
            <a:ext cx="3048000" cy="5238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the use of  ‘n’ here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where did we define “n” </a:t>
            </a:r>
            <a:endParaRPr/>
          </a:p>
        </p:txBody>
      </p:sp>
      <p:cxnSp>
        <p:nvCxnSpPr>
          <p:cNvPr id="1093" name="Google Shape;1093;p87"/>
          <p:cNvCxnSpPr/>
          <p:nvPr/>
        </p:nvCxnSpPr>
        <p:spPr>
          <a:xfrm rot="10800000">
            <a:off x="6389687" y="2868612"/>
            <a:ext cx="2906712" cy="21923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8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Specific to Generic entities</a:t>
            </a:r>
            <a:endParaRPr/>
          </a:p>
        </p:txBody>
      </p:sp>
      <p:sp>
        <p:nvSpPr>
          <p:cNvPr id="1099" name="Google Shape;1099;p88"/>
          <p:cNvSpPr txBox="1">
            <a:spLocks noGrp="1"/>
          </p:cNvSpPr>
          <p:nvPr>
            <p:ph type="body" idx="1"/>
          </p:nvPr>
        </p:nvSpPr>
        <p:spPr>
          <a:xfrm>
            <a:off x="1141412" y="1589087"/>
            <a:ext cx="990600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00" name="Google Shape;1100;p88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01" name="Google Shape;1101;p88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02" name="Google Shape;1102;p88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  <p:sp>
        <p:nvSpPr>
          <p:cNvPr id="1103" name="Google Shape;1103;p88"/>
          <p:cNvSpPr txBox="1"/>
          <p:nvPr/>
        </p:nvSpPr>
        <p:spPr>
          <a:xfrm>
            <a:off x="1524000" y="1752600"/>
            <a:ext cx="8077200" cy="304641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 : integer := 8);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(a, b : IN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std_logic_vector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(n-1 DOWNTO 0) 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IN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s : OUT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std_logic_vector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(n-1 DOWNTO 0);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OUT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std_logic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my_nadder</a:t>
            </a: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</p:txBody>
      </p:sp>
      <p:cxnSp>
        <p:nvCxnSpPr>
          <p:cNvPr id="1104" name="Google Shape;1104;p88"/>
          <p:cNvCxnSpPr/>
          <p:nvPr/>
        </p:nvCxnSpPr>
        <p:spPr>
          <a:xfrm rot="10800000">
            <a:off x="6246812" y="3563937"/>
            <a:ext cx="3049587" cy="14970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05" name="Google Shape;1105;p88"/>
          <p:cNvSpPr txBox="1"/>
          <p:nvPr/>
        </p:nvSpPr>
        <p:spPr>
          <a:xfrm>
            <a:off x="7772400" y="5060950"/>
            <a:ext cx="3048000" cy="5238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the use of  ‘n’ here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where did we define “n” </a:t>
            </a:r>
            <a:endParaRPr/>
          </a:p>
        </p:txBody>
      </p:sp>
      <p:cxnSp>
        <p:nvCxnSpPr>
          <p:cNvPr id="1106" name="Google Shape;1106;p88"/>
          <p:cNvCxnSpPr/>
          <p:nvPr/>
        </p:nvCxnSpPr>
        <p:spPr>
          <a:xfrm rot="10800000">
            <a:off x="6389687" y="2868612"/>
            <a:ext cx="2906712" cy="21923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107" name="Google Shape;1107;p88"/>
          <p:cNvCxnSpPr/>
          <p:nvPr/>
        </p:nvCxnSpPr>
        <p:spPr>
          <a:xfrm rot="10800000" flipH="1">
            <a:off x="809625" y="2262187"/>
            <a:ext cx="808037" cy="830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08" name="Google Shape;1108;p88"/>
          <p:cNvSpPr txBox="1"/>
          <p:nvPr/>
        </p:nvSpPr>
        <p:spPr>
          <a:xfrm>
            <a:off x="171450" y="3092450"/>
            <a:ext cx="1276350" cy="5238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generic input </a:t>
            </a:r>
            <a:endParaRPr/>
          </a:p>
        </p:txBody>
      </p:sp>
      <p:cxnSp>
        <p:nvCxnSpPr>
          <p:cNvPr id="1109" name="Google Shape;1109;p88"/>
          <p:cNvCxnSpPr/>
          <p:nvPr/>
        </p:nvCxnSpPr>
        <p:spPr>
          <a:xfrm flipH="1">
            <a:off x="5111750" y="1450975"/>
            <a:ext cx="2217737" cy="8302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10" name="Google Shape;1110;p88"/>
          <p:cNvSpPr txBox="1"/>
          <p:nvPr/>
        </p:nvSpPr>
        <p:spPr>
          <a:xfrm>
            <a:off x="6138862" y="1450975"/>
            <a:ext cx="2381250" cy="92233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is default value and could be override while instantiation </a:t>
            </a:r>
            <a:endParaRPr/>
          </a:p>
        </p:txBody>
      </p:sp>
      <p:cxnSp>
        <p:nvCxnSpPr>
          <p:cNvPr id="1111" name="Google Shape;1111;p88"/>
          <p:cNvCxnSpPr/>
          <p:nvPr/>
        </p:nvCxnSpPr>
        <p:spPr>
          <a:xfrm>
            <a:off x="4114800" y="1079500"/>
            <a:ext cx="0" cy="12017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12" name="Google Shape;1112;p88"/>
          <p:cNvSpPr txBox="1"/>
          <p:nvPr/>
        </p:nvSpPr>
        <p:spPr>
          <a:xfrm>
            <a:off x="2743200" y="690562"/>
            <a:ext cx="2819400" cy="3698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Integer another data type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9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8 Bit-full Adder</a:t>
            </a:r>
            <a:endParaRPr/>
          </a:p>
        </p:txBody>
      </p:sp>
      <p:sp>
        <p:nvSpPr>
          <p:cNvPr id="1118" name="Google Shape;1118;p89"/>
          <p:cNvSpPr txBox="1">
            <a:spLocks noGrp="1"/>
          </p:cNvSpPr>
          <p:nvPr>
            <p:ph type="body" idx="1"/>
          </p:nvPr>
        </p:nvSpPr>
        <p:spPr>
          <a:xfrm>
            <a:off x="1141412" y="533400"/>
            <a:ext cx="9451975" cy="6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a_my_nadder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COMPONENT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PORT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a,b,cin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IN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s,cout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OUT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END COMPONENT;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SIGNAL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 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std_logic_vector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DOWNTO 0);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400" b="1" i="0" u="none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temp(0</a:t>
            </a: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&lt;= </a:t>
            </a:r>
            <a:r>
              <a:rPr lang="en-US" sz="14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f0: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(a(0),b(0),temp(0),s(0),temp(1));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(a(1),b(1),temp(1),s(1),temp(2));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f2: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(a(2),b(2), temp(2),s(2),temp(3));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f3: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(a(3),b(3), temp(3),s(3),temp(4));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temp(4);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050" b="1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END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050" b="0" i="0" u="none" dirty="0" err="1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a_my_nadder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;</a:t>
            </a: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19" name="Google Shape;1119;p89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20" name="Google Shape;1120;p89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1121" name="Google Shape;1121;p89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0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8 Bit-full Adder</a:t>
            </a:r>
            <a:endParaRPr/>
          </a:p>
        </p:txBody>
      </p:sp>
      <p:sp>
        <p:nvSpPr>
          <p:cNvPr id="1127" name="Google Shape;1127;p90"/>
          <p:cNvSpPr txBox="1">
            <a:spLocks noGrp="1"/>
          </p:cNvSpPr>
          <p:nvPr>
            <p:ph type="body" idx="1"/>
          </p:nvPr>
        </p:nvSpPr>
        <p:spPr>
          <a:xfrm>
            <a:off x="1141412" y="533400"/>
            <a:ext cx="9451975" cy="6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a_my_nadder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COMPONENT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PORT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a,b,cin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IN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s,cout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OUT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END COMPONENT;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SIGNAL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 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std_logic_vector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DOWNTO 0);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400" b="1" i="0" u="none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temp(0</a:t>
            </a: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&lt;= </a:t>
            </a:r>
            <a:r>
              <a:rPr lang="en-US" sz="14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  <a:r>
              <a:rPr lang="en-US" sz="14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f0: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(a(0),b(0),temp(0),s(0),temp(1));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(a(1),b(1),temp(1),s(1),temp(2));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f2: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(a(2),b(2), temp(2),s(2),temp(3));</a:t>
            </a:r>
            <a:endParaRPr sz="1600" b="1" i="0" u="none" dirty="0">
              <a:solidFill>
                <a:srgbClr val="2F2B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f3: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(a(3),b(3), temp(3),s(3),temp(4));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temp(4);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050" b="1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END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050" b="0" i="0" u="none" dirty="0" err="1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a_my_nadder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;</a:t>
            </a: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28" name="Google Shape;1128;p90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29" name="Google Shape;1129;p90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1130" name="Google Shape;1130;p90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/>
          </a:p>
        </p:txBody>
      </p:sp>
      <p:cxnSp>
        <p:nvCxnSpPr>
          <p:cNvPr id="1131" name="Google Shape;1131;p90"/>
          <p:cNvCxnSpPr/>
          <p:nvPr/>
        </p:nvCxnSpPr>
        <p:spPr>
          <a:xfrm flipH="1">
            <a:off x="5257800" y="1920875"/>
            <a:ext cx="3389312" cy="5222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32" name="Google Shape;1132;p90"/>
          <p:cNvSpPr txBox="1"/>
          <p:nvPr/>
        </p:nvSpPr>
        <p:spPr>
          <a:xfrm>
            <a:off x="8008937" y="1920875"/>
            <a:ext cx="1277937" cy="5222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size of signal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1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8 Bit-full Adder</a:t>
            </a:r>
            <a:endParaRPr/>
          </a:p>
        </p:txBody>
      </p:sp>
      <p:sp>
        <p:nvSpPr>
          <p:cNvPr id="1138" name="Google Shape;1138;p91"/>
          <p:cNvSpPr txBox="1">
            <a:spLocks noGrp="1"/>
          </p:cNvSpPr>
          <p:nvPr>
            <p:ph type="body" idx="1"/>
          </p:nvPr>
        </p:nvSpPr>
        <p:spPr>
          <a:xfrm>
            <a:off x="1141412" y="533400"/>
            <a:ext cx="9451975" cy="586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a_my_nadder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my_nadder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COMPONENT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PORT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a,b,cin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IN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s,cout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OUT </a:t>
            </a:r>
            <a:r>
              <a:rPr lang="en-US" sz="1600" b="0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END COMPONENT;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SIGNAL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 : </a:t>
            </a:r>
            <a:r>
              <a:rPr lang="en-US" sz="1600" b="0" i="0" u="none" dirty="0" err="1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std_logic_vector</a:t>
            </a:r>
            <a:r>
              <a:rPr lang="en-US" sz="1600" b="0" i="0" u="none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600" b="1" i="0" u="none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600" b="0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DOWNTO 0);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 sz="1600" dirty="0"/>
          </a:p>
          <a:p>
            <a:pPr marL="114300" lvl="0" indent="0">
              <a:buNone/>
            </a:pPr>
            <a:r>
              <a:rPr lang="en-US" sz="1600" b="1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temp(0</a:t>
            </a:r>
            <a:r>
              <a:rPr lang="en-US" sz="1600" b="1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&lt;= </a:t>
            </a:r>
            <a:r>
              <a:rPr lang="en-US" sz="1600" b="1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  <a:r>
              <a:rPr lang="en-US" sz="1600" b="1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lang="en-US" sz="18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 smtClean="0">
                <a:solidFill>
                  <a:srgbClr val="000000"/>
                </a:solidFill>
                <a:sym typeface="Questrial"/>
              </a:rPr>
              <a:t>loop1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: </a:t>
            </a: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FOR 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i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 </a:t>
            </a: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IN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 </a:t>
            </a:r>
            <a:r>
              <a:rPr lang="en-US" sz="1600" b="0" i="0" u="none" dirty="0" smtClean="0">
                <a:solidFill>
                  <a:srgbClr val="000000"/>
                </a:solidFill>
                <a:sym typeface="Questrial"/>
              </a:rPr>
              <a:t>0 </a:t>
            </a: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TO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 n-1 </a:t>
            </a: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GENERATE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        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fx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: 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my_adder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 </a:t>
            </a: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PORT MAP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(a(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i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),b(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i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),</a:t>
            </a:r>
            <a:r>
              <a:rPr lang="en-US" sz="1600" b="0" i="0" u="none" dirty="0" smtClean="0">
                <a:solidFill>
                  <a:srgbClr val="000000"/>
                </a:solidFill>
                <a:sym typeface="Questrial"/>
              </a:rPr>
              <a:t>temp(</a:t>
            </a:r>
            <a:r>
              <a:rPr lang="en-US" sz="1600" b="0" i="0" u="none" dirty="0" err="1" smtClean="0">
                <a:solidFill>
                  <a:srgbClr val="000000"/>
                </a:solidFill>
                <a:sym typeface="Questrial"/>
              </a:rPr>
              <a:t>i</a:t>
            </a:r>
            <a:r>
              <a:rPr lang="en-US" sz="1600" b="0" i="0" u="none" dirty="0" smtClean="0">
                <a:solidFill>
                  <a:srgbClr val="000000"/>
                </a:solidFill>
                <a:sym typeface="Questrial"/>
              </a:rPr>
              <a:t>),</a:t>
            </a:r>
            <a:r>
              <a:rPr lang="en-US" sz="1600" b="0" i="0" u="none" dirty="0">
                <a:solidFill>
                  <a:srgbClr val="000000"/>
                </a:solidFill>
                <a:sym typeface="Questrial"/>
              </a:rPr>
              <a:t>s(</a:t>
            </a:r>
            <a:r>
              <a:rPr lang="en-US" sz="1600" b="0" i="0" u="none" dirty="0" err="1">
                <a:solidFill>
                  <a:srgbClr val="000000"/>
                </a:solidFill>
                <a:sym typeface="Questrial"/>
              </a:rPr>
              <a:t>i</a:t>
            </a:r>
            <a:r>
              <a:rPr lang="en-US" sz="1600" b="0" i="0" u="none">
                <a:solidFill>
                  <a:srgbClr val="000000"/>
                </a:solidFill>
                <a:sym typeface="Questrial"/>
              </a:rPr>
              <a:t>),</a:t>
            </a:r>
            <a:r>
              <a:rPr lang="en-US" sz="1600" b="0" i="0" u="none" smtClean="0">
                <a:solidFill>
                  <a:srgbClr val="000000"/>
                </a:solidFill>
                <a:sym typeface="Questrial"/>
              </a:rPr>
              <a:t>temp(i+1));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>
                <a:solidFill>
                  <a:srgbClr val="000000"/>
                </a:solidFill>
                <a:sym typeface="Questrial"/>
              </a:rPr>
              <a:t>END GENERATE;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600" b="1" i="0" u="none" dirty="0" err="1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</a:t>
            </a:r>
            <a:r>
              <a:rPr lang="en-US" sz="1600" b="1" i="0" u="none" dirty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</a:t>
            </a:r>
            <a:r>
              <a:rPr lang="en-US" sz="1600" b="1" i="0" u="none" dirty="0" smtClean="0">
                <a:solidFill>
                  <a:srgbClr val="2F2B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temp(n);</a:t>
            </a:r>
            <a:endParaRPr sz="1600" dirty="0"/>
          </a:p>
          <a:p>
            <a:pPr marL="1143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1050" b="1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END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050" b="0" i="0" u="none" dirty="0" err="1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a_my_nadder</a:t>
            </a:r>
            <a:r>
              <a:rPr lang="en-US" sz="1050" b="0" i="0" u="none" dirty="0">
                <a:solidFill>
                  <a:srgbClr val="2F2B20"/>
                </a:solidFill>
                <a:latin typeface="Questrial"/>
                <a:ea typeface="Questrial"/>
                <a:cs typeface="Questrial"/>
                <a:sym typeface="Questrial"/>
              </a:rPr>
              <a:t>;</a:t>
            </a: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1050" b="1" i="0" u="none" dirty="0">
              <a:solidFill>
                <a:srgbClr val="2F2B2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39" name="Google Shape;1139;p91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40" name="Google Shape;1140;p91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1141" name="Google Shape;1141;p91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/>
          </a:p>
        </p:txBody>
      </p:sp>
      <p:cxnSp>
        <p:nvCxnSpPr>
          <p:cNvPr id="1142" name="Google Shape;1142;p91"/>
          <p:cNvCxnSpPr/>
          <p:nvPr/>
        </p:nvCxnSpPr>
        <p:spPr>
          <a:xfrm flipH="1">
            <a:off x="5257800" y="1920875"/>
            <a:ext cx="3389312" cy="5222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43" name="Google Shape;1143;p91"/>
          <p:cNvSpPr txBox="1"/>
          <p:nvPr/>
        </p:nvSpPr>
        <p:spPr>
          <a:xfrm>
            <a:off x="8008937" y="1920875"/>
            <a:ext cx="1277937" cy="5222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size of signal</a:t>
            </a:r>
            <a:endParaRPr/>
          </a:p>
        </p:txBody>
      </p:sp>
      <p:cxnSp>
        <p:nvCxnSpPr>
          <p:cNvPr id="1144" name="Google Shape;1144;p91"/>
          <p:cNvCxnSpPr/>
          <p:nvPr/>
        </p:nvCxnSpPr>
        <p:spPr>
          <a:xfrm flipH="1">
            <a:off x="6400800" y="4221162"/>
            <a:ext cx="304800" cy="24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45" name="Google Shape;1145;p91"/>
          <p:cNvSpPr txBox="1"/>
          <p:nvPr/>
        </p:nvSpPr>
        <p:spPr>
          <a:xfrm>
            <a:off x="6705600" y="4067175"/>
            <a:ext cx="3352800" cy="3079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→is not visible outside the for generate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2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For….Generate </a:t>
            </a:r>
            <a:endParaRPr/>
          </a:p>
        </p:txBody>
      </p:sp>
      <p:sp>
        <p:nvSpPr>
          <p:cNvPr id="1151" name="Google Shape;1151;p92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it when we want to generate more than one component of the same type</a:t>
            </a:r>
            <a:endParaRPr dirty="0"/>
          </a:p>
          <a:p>
            <a:pPr marL="457200" lvl="0" indent="-4000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loop1: </a:t>
            </a: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n-1 </a:t>
            </a: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</a:t>
            </a:r>
            <a:endParaRPr dirty="0"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my_adder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(a(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),b(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),temp(i-1),s(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),temp(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dirty="0"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GENERATE;</a:t>
            </a:r>
            <a:endParaRPr dirty="0"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000" b="0" i="0" u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(for …generate) is not a Software Sequential loop .. It is like writing this line </a:t>
            </a:r>
            <a:r>
              <a:rPr lang="en-US" sz="2000" b="0" i="0" u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 and they execute </a:t>
            </a:r>
            <a:r>
              <a:rPr lang="en-US" sz="2000" b="1" i="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concurrently. Generates </a:t>
            </a:r>
            <a:r>
              <a:rPr lang="en-US" sz="2000" b="1" i="0" u="sng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b="1" i="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r>
              <a:rPr lang="en-US" sz="20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000" b="0" i="0" u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92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53" name="Google Shape;1153;p92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54" name="Google Shape;1154;p92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  <p:cxnSp>
        <p:nvCxnSpPr>
          <p:cNvPr id="1155" name="Google Shape;1155;p92"/>
          <p:cNvCxnSpPr/>
          <p:nvPr/>
        </p:nvCxnSpPr>
        <p:spPr>
          <a:xfrm flipH="1">
            <a:off x="2649537" y="3071812"/>
            <a:ext cx="304800" cy="24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56" name="Google Shape;1156;p92"/>
          <p:cNvSpPr txBox="1"/>
          <p:nvPr/>
        </p:nvSpPr>
        <p:spPr>
          <a:xfrm>
            <a:off x="2954337" y="2917825"/>
            <a:ext cx="3352800" cy="3079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→is not visible outside the for generate </a:t>
            </a:r>
            <a:endParaRPr/>
          </a:p>
        </p:txBody>
      </p:sp>
      <p:cxnSp>
        <p:nvCxnSpPr>
          <p:cNvPr id="1157" name="Google Shape;1157;p92"/>
          <p:cNvCxnSpPr/>
          <p:nvPr/>
        </p:nvCxnSpPr>
        <p:spPr>
          <a:xfrm flipH="1">
            <a:off x="2667000" y="3049587"/>
            <a:ext cx="304800" cy="249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58" name="Google Shape;1158;p92"/>
          <p:cNvSpPr txBox="1"/>
          <p:nvPr/>
        </p:nvSpPr>
        <p:spPr>
          <a:xfrm>
            <a:off x="2971800" y="2895600"/>
            <a:ext cx="3352800" cy="3079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→is not visible outside the for generate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3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….cont.</a:t>
            </a:r>
            <a:endParaRPr/>
          </a:p>
        </p:txBody>
      </p:sp>
      <p:sp>
        <p:nvSpPr>
          <p:cNvPr id="1164" name="Google Shape;1164;p9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So after I made my entity generic when I instantiate I do the following 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endParaRPr sz="2400" b="0" i="0" u="non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lang="en-US" sz="2400" b="0" i="0" u="non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 </a:t>
            </a: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u0: my_nadder </a:t>
            </a:r>
            <a:r>
              <a:rPr lang="en-US" sz="28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MAP (16) </a:t>
            </a: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MAP (……)</a:t>
            </a:r>
            <a:endParaRPr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93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66" name="Google Shape;1166;p93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67" name="Google Shape;1167;p93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/>
          </a:p>
        </p:txBody>
      </p:sp>
      <p:cxnSp>
        <p:nvCxnSpPr>
          <p:cNvPr id="1168" name="Google Shape;1168;p93"/>
          <p:cNvCxnSpPr/>
          <p:nvPr/>
        </p:nvCxnSpPr>
        <p:spPr>
          <a:xfrm rot="10800000">
            <a:off x="6400800" y="3810000"/>
            <a:ext cx="1425575" cy="11906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69" name="Google Shape;1169;p93"/>
          <p:cNvSpPr txBox="1"/>
          <p:nvPr/>
        </p:nvSpPr>
        <p:spPr>
          <a:xfrm>
            <a:off x="5486400" y="5000625"/>
            <a:ext cx="4679950" cy="11699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indicate here the value of the generic data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 could be more than one parameter like generic (n,m : integer;)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could be with different type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4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….cont.</a:t>
            </a:r>
            <a:endParaRPr/>
          </a:p>
        </p:txBody>
      </p:sp>
      <p:sp>
        <p:nvSpPr>
          <p:cNvPr id="1175" name="Google Shape;1175;p94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simulation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vsim my_nadder –g&lt;genericName&gt;=&lt;value&gt;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176" name="Google Shape;1176;p94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77" name="Google Shape;1177;p94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78" name="Google Shape;1178;p94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/>
          </a:p>
        </p:txBody>
      </p:sp>
      <p:sp>
        <p:nvSpPr>
          <p:cNvPr id="1179" name="Google Shape;1179;p94"/>
          <p:cNvSpPr txBox="1"/>
          <p:nvPr/>
        </p:nvSpPr>
        <p:spPr>
          <a:xfrm flipH="1">
            <a:off x="3468687" y="4300537"/>
            <a:ext cx="4913312" cy="10763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vsim my_nadder –gn=8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5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Errors</a:t>
            </a:r>
            <a:endParaRPr/>
          </a:p>
        </p:txBody>
      </p:sp>
      <p:sp>
        <p:nvSpPr>
          <p:cNvPr id="1185" name="Google Shape;1185;p95"/>
          <p:cNvSpPr txBox="1">
            <a:spLocks noGrp="1"/>
          </p:cNvSpPr>
          <p:nvPr>
            <p:ph type="body" idx="1"/>
          </p:nvPr>
        </p:nvSpPr>
        <p:spPr>
          <a:xfrm>
            <a:off x="1141412" y="1657350"/>
            <a:ext cx="99060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Coding: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 the use of bit &amp; std_logic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port map inside a condition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 of Input Vector not Equal Size of Output Vector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Simulation: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Simulating without compiling last changes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forcing all input ports at initialization</a:t>
            </a:r>
            <a:endParaRPr/>
          </a:p>
          <a:p>
            <a:pPr marL="91440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 values on output port/signal</a:t>
            </a:r>
            <a:endParaRPr/>
          </a:p>
          <a:p>
            <a: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95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87" name="Google Shape;1187;p95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88" name="Google Shape;1188;p95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6"/>
          <p:cNvSpPr txBox="1">
            <a:spLocks noGrp="1"/>
          </p:cNvSpPr>
          <p:nvPr>
            <p:ph type="title"/>
          </p:nvPr>
        </p:nvSpPr>
        <p:spPr>
          <a:xfrm>
            <a:off x="1141412" y="619125"/>
            <a:ext cx="99060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sp>
        <p:nvSpPr>
          <p:cNvPr id="1194" name="Google Shape;1194;p96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on (When .. Else / With…Sel)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“OTHERS” keyword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Generic Entities &amp; use them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“for … Generate”</a:t>
            </a:r>
            <a:endParaRPr/>
          </a:p>
          <a:p>
            <a:pPr marL="45720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for “if..Generate”</a:t>
            </a:r>
            <a:endParaRPr/>
          </a:p>
        </p:txBody>
      </p:sp>
      <p:sp>
        <p:nvSpPr>
          <p:cNvPr id="1195" name="Google Shape;1195;p96"/>
          <p:cNvSpPr txBox="1"/>
          <p:nvPr/>
        </p:nvSpPr>
        <p:spPr>
          <a:xfrm>
            <a:off x="745648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course</a:t>
            </a:r>
            <a:endParaRPr/>
          </a:p>
        </p:txBody>
      </p:sp>
      <p:sp>
        <p:nvSpPr>
          <p:cNvPr id="1196" name="Google Shape;1196;p96"/>
          <p:cNvSpPr txBox="1"/>
          <p:nvPr/>
        </p:nvSpPr>
        <p:spPr>
          <a:xfrm>
            <a:off x="1141412" y="5883275"/>
            <a:ext cx="62388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1197" name="Google Shape;1197;p96"/>
          <p:cNvSpPr txBox="1"/>
          <p:nvPr/>
        </p:nvSpPr>
        <p:spPr>
          <a:xfrm>
            <a:off x="10275887" y="5883275"/>
            <a:ext cx="771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6_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7_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9_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Theme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1600</Words>
  <Application>Microsoft Office PowerPoint</Application>
  <PresentationFormat>Widescreen</PresentationFormat>
  <Paragraphs>326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Questrial</vt:lpstr>
      <vt:lpstr>Times New Roman</vt:lpstr>
      <vt:lpstr>Arial</vt:lpstr>
      <vt:lpstr>26_Theme1</vt:lpstr>
      <vt:lpstr>27_Theme1</vt:lpstr>
      <vt:lpstr>29_Theme1</vt:lpstr>
      <vt:lpstr>Theme1</vt:lpstr>
      <vt:lpstr>1_Circuit</vt:lpstr>
      <vt:lpstr>1_Theme1</vt:lpstr>
      <vt:lpstr>2_Circuit</vt:lpstr>
      <vt:lpstr>2_Theme1</vt:lpstr>
      <vt:lpstr>3_Circuit</vt:lpstr>
      <vt:lpstr>LAB 2 INTRODUCTION TO VHDL</vt:lpstr>
      <vt:lpstr>What we learned last time</vt:lpstr>
      <vt:lpstr>Objectives</vt:lpstr>
      <vt:lpstr>Remember Mux4x1</vt:lpstr>
      <vt:lpstr>When … ELSE / With … Sel</vt:lpstr>
      <vt:lpstr>When … ELSE / With … Sel</vt:lpstr>
      <vt:lpstr>When … ELSE / With … Sel</vt:lpstr>
      <vt:lpstr>When … ELSE / With … Sel</vt:lpstr>
      <vt:lpstr>Objectives</vt:lpstr>
      <vt:lpstr>“OTHERS” Keyword</vt:lpstr>
      <vt:lpstr>“OTHERS” Keyword</vt:lpstr>
      <vt:lpstr>“OTHERS” Keyword</vt:lpstr>
      <vt:lpstr>Objectives</vt:lpstr>
      <vt:lpstr>Let’s build a full adder ☺</vt:lpstr>
      <vt:lpstr>1bit-adder example</vt:lpstr>
      <vt:lpstr>Now how to build 4-bits full adder from 1-bit full adder?</vt:lpstr>
      <vt:lpstr>Carry-Propagate Adder</vt:lpstr>
      <vt:lpstr>4 Bit-full Adder</vt:lpstr>
      <vt:lpstr>8 Bit-full Adder</vt:lpstr>
      <vt:lpstr>From Specific to Generic entities</vt:lpstr>
      <vt:lpstr>From Specific to Generic entities</vt:lpstr>
      <vt:lpstr>From Specific to Generic entities</vt:lpstr>
      <vt:lpstr>8 Bit-full Adder</vt:lpstr>
      <vt:lpstr>8 Bit-full Adder</vt:lpstr>
      <vt:lpstr>8 Bit-full Adder</vt:lpstr>
      <vt:lpstr>For….Generate </vt:lpstr>
      <vt:lpstr>Generic ….cont.</vt:lpstr>
      <vt:lpstr>Generic ….cont.</vt:lpstr>
      <vt:lpstr>Common Errors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INTRODUCTION TO VHDL</dc:title>
  <dc:creator>Maheed Hatem</dc:creator>
  <cp:lastModifiedBy>Maheed Hatem</cp:lastModifiedBy>
  <cp:revision>9</cp:revision>
  <dcterms:modified xsi:type="dcterms:W3CDTF">2021-04-01T17:39:42Z</dcterms:modified>
</cp:coreProperties>
</file>